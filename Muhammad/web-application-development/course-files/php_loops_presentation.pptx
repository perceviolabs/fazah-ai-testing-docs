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0301" y="1509713"/>
            <a:ext cx="432339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Loops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2410301" y="2551063"/>
            <a:ext cx="432339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Repetition in Programming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410301" y="3192363"/>
            <a:ext cx="43233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• do...while • for • foreach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936575"/>
            <a:ext cx="83820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38100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Loop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09526"/>
            <a:ext cx="4064050" cy="981521"/>
          </a:xfrm>
          <a:prstGeom prst="roundRect">
            <a:avLst>
              <a:gd name="adj" fmla="val 103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1409551"/>
            <a:ext cx="3737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1025" y="1777752"/>
            <a:ext cx="3737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as long as the specified condition is true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98950" y="1209526"/>
            <a:ext cx="4064050" cy="981521"/>
          </a:xfrm>
          <a:prstGeom prst="roundRect">
            <a:avLst>
              <a:gd name="adj" fmla="val 103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98975" y="1409551"/>
            <a:ext cx="3737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do...while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8975" y="1777752"/>
            <a:ext cx="3737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once, then repeats while condition is true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444948"/>
            <a:ext cx="4064050" cy="981521"/>
          </a:xfrm>
          <a:prstGeom prst="roundRect">
            <a:avLst>
              <a:gd name="adj" fmla="val 103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025" y="2644973"/>
            <a:ext cx="3737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1025" y="3013174"/>
            <a:ext cx="3737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a specific number of times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8950" y="2444948"/>
            <a:ext cx="4064050" cy="981521"/>
          </a:xfrm>
          <a:prstGeom prst="roundRect">
            <a:avLst>
              <a:gd name="adj" fmla="val 103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98975" y="2644973"/>
            <a:ext cx="3737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8975" y="3013174"/>
            <a:ext cx="3737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through each element in an array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4064050" cy="1126927"/>
          </a:xfrm>
          <a:prstGeom prst="roundRect">
            <a:avLst>
              <a:gd name="adj" fmla="val 901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222177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453902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to execute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685627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7450" y="2311003"/>
            <a:ext cx="41453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7450" y="2752279"/>
            <a:ext cx="4064050" cy="79206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condition</a:t>
            </a:r>
            <a:endParaRPr lang="en-US" sz="1300" dirty="0"/>
          </a:p>
          <a:p>
            <a:pPr algn="l" marL="190500" indent="-1905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true, execute code</a:t>
            </a:r>
            <a:endParaRPr lang="en-US" sz="1300" dirty="0"/>
          </a:p>
          <a:p>
            <a:pPr algn="l" marL="190500" indent="-1905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false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62500" y="980926"/>
            <a:ext cx="4064050" cy="2111276"/>
          </a:xfrm>
          <a:prstGeom prst="roundRect">
            <a:avLst>
              <a:gd name="adj" fmla="val 4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62525" y="1180951"/>
            <a:ext cx="37372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2525" y="154602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2525" y="175557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5) {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2525" y="196512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2525" y="217467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2525" y="238422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2525" y="268262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1 2 3 4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do...while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4064050" cy="1126927"/>
          </a:xfrm>
          <a:prstGeom prst="roundRect">
            <a:avLst>
              <a:gd name="adj" fmla="val 901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222177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453902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to execute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685627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7450" y="2298353"/>
            <a:ext cx="4064050" cy="85725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00" y="2507903"/>
            <a:ext cx="3795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8900" y="2746028"/>
            <a:ext cx="3795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executes at least once!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62500" y="980926"/>
            <a:ext cx="4064050" cy="2225576"/>
          </a:xfrm>
          <a:prstGeom prst="roundRect">
            <a:avLst>
              <a:gd name="adj" fmla="val 45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62525" y="1180951"/>
            <a:ext cx="37372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2525" y="154602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6;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2525" y="175557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2525" y="196512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2525" y="217467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2525" y="238422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5);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2525" y="2682627"/>
            <a:ext cx="373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Output: 6 (runs once)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917377"/>
            <a:ext cx="8636198" cy="1212652"/>
          </a:xfrm>
          <a:prstGeom prst="roundRect">
            <a:avLst>
              <a:gd name="adj" fmla="val 837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158627"/>
            <a:ext cx="84203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4401" y="1418927"/>
            <a:ext cx="84203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to execute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4401" y="1679228"/>
            <a:ext cx="84203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2383929"/>
            <a:ext cx="2751683" cy="749201"/>
          </a:xfrm>
          <a:prstGeom prst="roundRect">
            <a:avLst>
              <a:gd name="adj" fmla="val 101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5826" y="2545854"/>
            <a:ext cx="24763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5826" y="2818805"/>
            <a:ext cx="24763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once at start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96084" y="2383929"/>
            <a:ext cx="2751683" cy="749201"/>
          </a:xfrm>
          <a:prstGeom prst="roundRect">
            <a:avLst>
              <a:gd name="adj" fmla="val 101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8009" y="2545854"/>
            <a:ext cx="24763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8009" y="2818805"/>
            <a:ext cx="24763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each iteration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38267" y="2383929"/>
            <a:ext cx="2751683" cy="749201"/>
          </a:xfrm>
          <a:prstGeom prst="roundRect">
            <a:avLst>
              <a:gd name="adj" fmla="val 101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00192" y="2545854"/>
            <a:ext cx="24763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0192" y="2818805"/>
            <a:ext cx="24763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after each iteration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3901" y="3387030"/>
            <a:ext cx="2751683" cy="1479054"/>
          </a:xfrm>
          <a:prstGeom prst="roundRect">
            <a:avLst>
              <a:gd name="adj" fmla="val 51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5826" y="3548955"/>
            <a:ext cx="247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5826" y="3850481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 = 0; $i &lt; 5; $i++) {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5826" y="4018657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5826" y="4186833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5826" y="4393109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1 2 3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96084" y="3387030"/>
            <a:ext cx="2751683" cy="1479054"/>
          </a:xfrm>
          <a:prstGeom prst="roundRect">
            <a:avLst>
              <a:gd name="adj" fmla="val 51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58009" y="3548955"/>
            <a:ext cx="247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Down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8009" y="3850481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 = 5; $i &gt; 0; $i--) {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8009" y="4018657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8009" y="4186833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8009" y="4393109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4 3 2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38267" y="3387030"/>
            <a:ext cx="2751683" cy="1479054"/>
          </a:xfrm>
          <a:prstGeom prst="roundRect">
            <a:avLst>
              <a:gd name="adj" fmla="val 51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00192" y="3548955"/>
            <a:ext cx="247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by 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0192" y="3850481"/>
            <a:ext cx="24763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 = 0; $i &lt;= 10; $i += 2) {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0192" y="4161532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0192" y="4329708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0192" y="4535984"/>
            <a:ext cx="247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2 4 6 8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foreach Loop - Array Iteration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4064050" cy="1177826"/>
          </a:xfrm>
          <a:prstGeom prst="roundRect">
            <a:avLst>
              <a:gd name="adj" fmla="val 86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9850" y="1133326"/>
            <a:ext cx="38344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Only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9850" y="1434852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$array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$value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9850" y="1625352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$value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9850" y="1815852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7450" y="2311152"/>
            <a:ext cx="4064050" cy="1177826"/>
          </a:xfrm>
          <a:prstGeom prst="roundRect">
            <a:avLst>
              <a:gd name="adj" fmla="val 86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9850" y="2463552"/>
            <a:ext cx="38344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and Values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850" y="2765078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$array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$key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$value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850" y="2955578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$key and $value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50" y="3146078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2500" y="980926"/>
            <a:ext cx="4064050" cy="1513880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4425" y="1142851"/>
            <a:ext cx="38150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Array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24425" y="1453902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$colors = ["red", "green", "blue"];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24425" y="1622078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($colors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$color) {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24425" y="1790254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$color;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24425" y="1958429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24425" y="2164705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 green blue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62500" y="2647206"/>
            <a:ext cx="4064050" cy="1513880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24425" y="2809131"/>
            <a:ext cx="38150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Associative Array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24425" y="3120182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$person = ["name" =&gt; "John", "age" =&gt; 30];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24425" y="3288357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($person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$key =&gt; $val) {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24425" y="3456533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"$key: $val";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24425" y="3624709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24425" y="3830985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name: John age: 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Control Statements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4064050" cy="2596009"/>
          </a:xfrm>
          <a:prstGeom prst="roundRect">
            <a:avLst>
              <a:gd name="adj" fmla="val 3914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7000" y="1190476"/>
            <a:ext cx="37178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7000" y="1584127"/>
            <a:ext cx="37178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Exits the loop completely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7000" y="1882527"/>
            <a:ext cx="3644950" cy="951905"/>
          </a:xfrm>
          <a:prstGeom prst="roundRect">
            <a:avLst>
              <a:gd name="adj" fmla="val 80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3951" y="2034778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 = 1; $i &lt;= 5; $i++)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3951" y="2202954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 == 3)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3951" y="2371130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951" y="2539305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7000" y="2961382"/>
            <a:ext cx="3644950" cy="406003"/>
          </a:xfrm>
          <a:prstGeom prst="roundRect">
            <a:avLst>
              <a:gd name="adj" fmla="val 1251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501" y="3088184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2500" y="980926"/>
            <a:ext cx="4064050" cy="2596009"/>
          </a:xfrm>
          <a:prstGeom prst="roundRect">
            <a:avLst>
              <a:gd name="adj" fmla="val 3914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72050" y="1190476"/>
            <a:ext cx="37178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72050" y="1584127"/>
            <a:ext cx="37178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current iteration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72050" y="1882527"/>
            <a:ext cx="3644950" cy="951905"/>
          </a:xfrm>
          <a:prstGeom prst="roundRect">
            <a:avLst>
              <a:gd name="adj" fmla="val 80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99000" y="2034778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 = 1; $i &lt;= 5; $i++) 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99000" y="2202954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 == 3)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99000" y="2371130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99000" y="2539305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72050" y="2961382"/>
            <a:ext cx="3644950" cy="406003"/>
          </a:xfrm>
          <a:prstGeom prst="roundRect">
            <a:avLst>
              <a:gd name="adj" fmla="val 1251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73551" y="3088184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 2 4 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5309" y="887760"/>
            <a:ext cx="479323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Selection Guide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33501" y="1792635"/>
            <a:ext cx="1911548" cy="1104602"/>
          </a:xfrm>
          <a:prstGeom prst="roundRect">
            <a:avLst>
              <a:gd name="adj" fmla="val 1149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73364" y="2046536"/>
            <a:ext cx="14318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73364" y="2443311"/>
            <a:ext cx="14318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iterations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98950" y="1792635"/>
            <a:ext cx="1911548" cy="1104602"/>
          </a:xfrm>
          <a:prstGeom prst="roundRect">
            <a:avLst>
              <a:gd name="adj" fmla="val 1149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38814" y="2046536"/>
            <a:ext cx="14318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do...while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8814" y="2443311"/>
            <a:ext cx="14318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33501" y="3151138"/>
            <a:ext cx="1911548" cy="1104602"/>
          </a:xfrm>
          <a:prstGeom prst="roundRect">
            <a:avLst>
              <a:gd name="adj" fmla="val 1149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73364" y="3405039"/>
            <a:ext cx="14318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73364" y="3801814"/>
            <a:ext cx="14318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iterations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8950" y="3151138"/>
            <a:ext cx="1911548" cy="1104602"/>
          </a:xfrm>
          <a:prstGeom prst="roundRect">
            <a:avLst>
              <a:gd name="adj" fmla="val 1149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8814" y="3405039"/>
            <a:ext cx="14318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8814" y="3801814"/>
            <a:ext cx="14318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traversal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Loops - Complete Guide</dc:title>
  <dc:subject>PptxGenJS Presentation</dc:subject>
  <dc:creator>W3Schools PHP Tutorial</dc:creator>
  <cp:lastModifiedBy>W3Schools PHP Tutorial</cp:lastModifiedBy>
  <cp:revision>1</cp:revision>
  <dcterms:created xsi:type="dcterms:W3CDTF">2025-09-28T04:16:51Z</dcterms:created>
  <dcterms:modified xsi:type="dcterms:W3CDTF">2025-09-28T04:16:51Z</dcterms:modified>
</cp:coreProperties>
</file>