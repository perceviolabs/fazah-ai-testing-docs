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886" y="1663750"/>
            <a:ext cx="755607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• 3.14 • "42" • ∞ • NaN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45898" y="2432000"/>
            <a:ext cx="465205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Numbers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01312" y="3466951"/>
            <a:ext cx="37412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Integers, Floats, and Numeric Types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Numeric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2777133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1008" y="1025426"/>
            <a:ext cx="24829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1008" y="1339751"/>
            <a:ext cx="248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5351" y="1568351"/>
            <a:ext cx="2434233" cy="295275"/>
          </a:xfrm>
          <a:prstGeom prst="roundRect">
            <a:avLst>
              <a:gd name="adj" fmla="val 1720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732" y="1644551"/>
            <a:ext cx="2327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83434" y="853976"/>
            <a:ext cx="2777133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0541" y="1025426"/>
            <a:ext cx="24829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0541" y="1339751"/>
            <a:ext cx="248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4884" y="1568351"/>
            <a:ext cx="2434233" cy="295275"/>
          </a:xfrm>
          <a:prstGeom prst="roundRect">
            <a:avLst>
              <a:gd name="adj" fmla="val 1720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08265" y="1644551"/>
            <a:ext cx="2327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2966" y="853976"/>
            <a:ext cx="2777133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0074" y="1025426"/>
            <a:ext cx="24829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String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0074" y="1339751"/>
            <a:ext cx="248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4416" y="1568351"/>
            <a:ext cx="2434233" cy="295275"/>
          </a:xfrm>
          <a:prstGeom prst="roundRect">
            <a:avLst>
              <a:gd name="adj" fmla="val 1720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7798" y="1644551"/>
            <a:ext cx="2327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3901" y="2187476"/>
            <a:ext cx="4222849" cy="898327"/>
          </a:xfrm>
          <a:prstGeom prst="roundRect">
            <a:avLst>
              <a:gd name="adj" fmla="val 8482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593" y="2333476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0593" y="2669977"/>
            <a:ext cx="4009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float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7250" y="2187476"/>
            <a:ext cx="4222849" cy="898327"/>
          </a:xfrm>
          <a:prstGeom prst="roundRect">
            <a:avLst>
              <a:gd name="adj" fmla="val 8482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3942" y="2333476"/>
            <a:ext cx="40094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73942" y="2669977"/>
            <a:ext cx="4009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Number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Integers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42535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425351"/>
          </a:xfrm>
          <a:prstGeom prst="line">
            <a:avLst/>
          </a:prstGeom>
          <a:noFill/>
          <a:ln w="47625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175" y="879425"/>
            <a:ext cx="8552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-2,147,483,648 to 2,147,483,647 (32-bit)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304776"/>
            <a:ext cx="4267200" cy="120908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415802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9626" y="1692027"/>
            <a:ext cx="4045148" cy="5331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decimal point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digit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positive/negative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48200" y="1304776"/>
            <a:ext cx="4267200" cy="120908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9226" y="1415802"/>
            <a:ext cx="4126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9226" y="1692027"/>
            <a:ext cx="4045148" cy="7108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Decimal: 255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Hex: 0xFF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Octal: 0377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0b11111111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2640806"/>
            <a:ext cx="8686800" cy="1069181"/>
          </a:xfrm>
          <a:prstGeom prst="roundRect">
            <a:avLst>
              <a:gd name="adj" fmla="val 475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0101" y="2767608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$dec = 255;        // Decimal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0101" y="2935784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$hex = 0xFF;       // Hexadecimal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0101" y="3103959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$oct = 0377;       // Octal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0101" y="3272135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$bin = 0b11111111; // Binary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0101" y="3440311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var_dump(is_int($dec)); // bool(true)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Floats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425351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425351"/>
          </a:xfrm>
          <a:prstGeom prst="line">
            <a:avLst/>
          </a:prstGeom>
          <a:noFill/>
          <a:ln w="47625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175" y="879425"/>
            <a:ext cx="8552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with decimal points or in exponential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304776"/>
            <a:ext cx="4267200" cy="111383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075" y="1441252"/>
            <a:ext cx="4074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075" y="1717477"/>
            <a:ext cx="3994249" cy="564654"/>
          </a:xfrm>
          <a:prstGeom prst="roundRect">
            <a:avLst>
              <a:gd name="adj" fmla="val 899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576" y="1844278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10.365;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576" y="2012454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2.5;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1304776"/>
            <a:ext cx="4267200" cy="1113830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84675" y="1441252"/>
            <a:ext cx="4074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4675" y="1717477"/>
            <a:ext cx="3994249" cy="564654"/>
          </a:xfrm>
          <a:prstGeom prst="roundRect">
            <a:avLst>
              <a:gd name="adj" fmla="val 899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6176" y="1844278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7.64E+5;  // 764000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6176" y="2012454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5.56E-5;  // 0.0000556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" y="2545556"/>
            <a:ext cx="8686800" cy="901005"/>
          </a:xfrm>
          <a:prstGeom prst="roundRect">
            <a:avLst>
              <a:gd name="adj" fmla="val 5638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0101" y="2672358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Constants: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101" y="2840534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PHP_FLOAT_MAX - Largest float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0101" y="3008709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PHP_FLOAT_MIN - Smallest positive float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0101" y="3176885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PHP_FLOAT_DIG - Precision digits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Numeric Values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2488109"/>
          </a:xfrm>
          <a:prstGeom prst="roundRect">
            <a:avLst>
              <a:gd name="adj" fmla="val 3063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600" y="898475"/>
            <a:ext cx="40547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Infinity 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600" y="1238101"/>
            <a:ext cx="4054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outside float range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600" y="1492002"/>
            <a:ext cx="3975199" cy="564654"/>
          </a:xfrm>
          <a:prstGeom prst="roundRect">
            <a:avLst>
              <a:gd name="adj" fmla="val 899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101" y="1618804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1.9e411;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101" y="1786979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var_dump(is_infinite($x));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600" y="2158157"/>
            <a:ext cx="3975199" cy="29527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800" y="223435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bool(true)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600" y="2554932"/>
            <a:ext cx="4054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600" y="2808833"/>
            <a:ext cx="3975199" cy="285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is_infinite()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is_finite()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8200" y="752475"/>
            <a:ext cx="4267200" cy="2488109"/>
          </a:xfrm>
          <a:prstGeom prst="roundRect">
            <a:avLst>
              <a:gd name="adj" fmla="val 3063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4200" y="898475"/>
            <a:ext cx="40547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94200" y="1238101"/>
            <a:ext cx="4054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Number - Invalid operations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4200" y="1492002"/>
            <a:ext cx="3975199" cy="564654"/>
          </a:xfrm>
          <a:prstGeom prst="roundRect">
            <a:avLst>
              <a:gd name="adj" fmla="val 899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5701" y="1618804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acos(8);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5701" y="1786979"/>
            <a:ext cx="3847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var_dump(is_nan($x));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4200" y="2158157"/>
            <a:ext cx="3975199" cy="29527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0400" y="2234357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bool(true)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94200" y="2554932"/>
            <a:ext cx="4054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4200" y="2808833"/>
            <a:ext cx="3975199" cy="285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math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Strings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355402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355402"/>
          </a:xfrm>
          <a:prstGeom prst="line">
            <a:avLst/>
          </a:prstGeom>
          <a:noFill/>
          <a:ln w="47625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726" y="853976"/>
            <a:ext cx="86048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is_numeric() - Check if variable is number or numeric string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234827"/>
            <a:ext cx="8686800" cy="1485007"/>
          </a:xfrm>
          <a:prstGeom prst="roundRect">
            <a:avLst>
              <a:gd name="adj" fmla="val 513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075" y="1371302"/>
            <a:ext cx="8582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075" y="1682353"/>
            <a:ext cx="8413849" cy="901005"/>
          </a:xfrm>
          <a:prstGeom prst="roundRect">
            <a:avLst>
              <a:gd name="adj" fmla="val 5638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576" y="1809155"/>
            <a:ext cx="8375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var_dump(is_numeric(5985));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576" y="1977330"/>
            <a:ext cx="8375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var_dump(is_numeric("5985"));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576" y="2145506"/>
            <a:ext cx="8375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var_dump(is_numeric("59.85"));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576" y="2313682"/>
            <a:ext cx="8375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var_dump(is_numeric("Hello"));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2846784"/>
            <a:ext cx="8686800" cy="345877"/>
          </a:xfrm>
          <a:prstGeom prst="roundRect">
            <a:avLst>
              <a:gd name="adj" fmla="val 1468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0101" y="2948285"/>
            <a:ext cx="8653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PHP 7.0, hexadecimal strings (0xf4c3b00c) are no longer numeric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Checking Functions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2810917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626" y="863501"/>
            <a:ext cx="2640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is_int()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9626" y="1066651"/>
            <a:ext cx="26406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integer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9626" y="1250752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376" y="1301502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is_int(42)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66467" y="752475"/>
            <a:ext cx="2810917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77493" y="863501"/>
            <a:ext cx="2640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is_float()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77493" y="1066651"/>
            <a:ext cx="26406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float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77493" y="1250752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8243" y="1301502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is_float(3.14)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04334" y="752475"/>
            <a:ext cx="2811066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360" y="863501"/>
            <a:ext cx="26407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is_numeric()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5360" y="1066651"/>
            <a:ext cx="264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numeric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5360" y="1250752"/>
            <a:ext cx="2589014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66111" y="1301502"/>
            <a:ext cx="2537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is_numeric("123")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" y="1704529"/>
            <a:ext cx="2810917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626" y="1815554"/>
            <a:ext cx="2640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is_finite()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9626" y="2018705"/>
            <a:ext cx="26406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finite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9626" y="2202805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0376" y="2253555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is_finite(100)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66467" y="1704529"/>
            <a:ext cx="2810917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77493" y="1815554"/>
            <a:ext cx="2640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is_infinite()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77493" y="2018705"/>
            <a:ext cx="26406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infinite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77493" y="2202805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28243" y="2253555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is_infinite(INF)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4334" y="1704529"/>
            <a:ext cx="2811066" cy="825103"/>
          </a:xfrm>
          <a:prstGeom prst="roundRect">
            <a:avLst>
              <a:gd name="adj" fmla="val 6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5360" y="1815554"/>
            <a:ext cx="26407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is_nan()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5360" y="2018705"/>
            <a:ext cx="2640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NaN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5360" y="2202805"/>
            <a:ext cx="2589014" cy="215801"/>
          </a:xfrm>
          <a:prstGeom prst="roundRect">
            <a:avLst>
              <a:gd name="adj" fmla="val 1765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66111" y="2253555"/>
            <a:ext cx="2537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is_nan(acos(8))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8600" y="2656582"/>
            <a:ext cx="8686800" cy="1390055"/>
          </a:xfrm>
          <a:prstGeom prst="roundRect">
            <a:avLst>
              <a:gd name="adj" fmla="val 5482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4600" y="2802582"/>
            <a:ext cx="85626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4600" y="3088332"/>
            <a:ext cx="8394799" cy="812304"/>
          </a:xfrm>
          <a:prstGeom prst="roundRect">
            <a:avLst>
              <a:gd name="adj" fmla="val 625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0800" y="3189833"/>
            <a:ext cx="8407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$float = 23.768;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0800" y="3348484"/>
            <a:ext cx="8407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$int = (int)$float;    // 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0800" y="3507135"/>
            <a:ext cx="8407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$str = "42.5";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0800" y="3665786"/>
            <a:ext cx="8407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$int = (int)$str;      // 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39" y="253901"/>
            <a:ext cx="88089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Number Constants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53901" y="873026"/>
            <a:ext cx="4241899" cy="1316831"/>
          </a:xfrm>
          <a:prstGeom prst="roundRect">
            <a:avLst>
              <a:gd name="adj" fmla="val 5787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851" y="999976"/>
            <a:ext cx="40677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Constants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0851" y="1301502"/>
            <a:ext cx="3987998" cy="57105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PHP_INT_MAX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PHP_INT_MIN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PHP_INT_SIZE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8200" y="873026"/>
            <a:ext cx="4241899" cy="1316831"/>
          </a:xfrm>
          <a:prstGeom prst="roundRect">
            <a:avLst>
              <a:gd name="adj" fmla="val 5787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75150" y="999976"/>
            <a:ext cx="40677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Constants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75150" y="1301502"/>
            <a:ext cx="3987998" cy="7614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PHP_FLOAT_MAX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PHP_FLOAT_MIN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PHP_FLOAT_DIG</a:t>
            </a:r>
            <a:endParaRPr lang="en-US" sz="1000" dirty="0"/>
          </a:p>
          <a:p>
            <a:pPr algn="l" marL="101600" indent="-1016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PHP_FLOAT_EPSILON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01" y="2342257"/>
            <a:ext cx="8636198" cy="1957090"/>
          </a:xfrm>
          <a:prstGeom prst="roundRect">
            <a:avLst>
              <a:gd name="adj" fmla="val 3894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301" y="2494657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301" y="2805708"/>
            <a:ext cx="8331398" cy="134123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Integers: Whole numbers within range limits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Floats: Decimal or exponential numbers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strings can be converted to numbers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values: Infinity and NaN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type checking functions to validate</a:t>
            </a:r>
            <a:endParaRPr lang="en-US" sz="1100" dirty="0"/>
          </a:p>
          <a:p>
            <a:pPr algn="l" marL="127000" indent="-1270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between types when needed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Numbers</dc:title>
  <dc:subject>PptxGenJS Presentation</dc:subject>
  <dc:creator>PptxGenJS</dc:creator>
  <cp:lastModifiedBy>PptxGenJS</cp:lastModifiedBy>
  <cp:revision>1</cp:revision>
  <dcterms:created xsi:type="dcterms:W3CDTF">2025-09-27T08:53:23Z</dcterms:created>
  <dcterms:modified xsi:type="dcterms:W3CDTF">2025-09-27T08:53:23Z</dcterms:modified>
</cp:coreProperties>
</file>