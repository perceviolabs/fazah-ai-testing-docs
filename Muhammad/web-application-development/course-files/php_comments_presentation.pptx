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A0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5441" y="1652588"/>
            <a:ext cx="465311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Comments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51515" y="2611338"/>
            <a:ext cx="46408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22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Code Organization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52971" y="3252639"/>
            <a:ext cx="26379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buNone/>
            </a:pPr>
            <a:r>
              <a:rPr lang="en-US" sz="1600" dirty="0">
                <a:solidFill>
                  <a:srgbClr val="E8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Readable Code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450" y="866626"/>
            <a:ext cx="8509099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7450" y="317450"/>
            <a:ext cx="86792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PHP Comments?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17450" y="1076176"/>
            <a:ext cx="8509099" cy="949821"/>
          </a:xfrm>
          <a:prstGeom prst="roundRect">
            <a:avLst>
              <a:gd name="adj" fmla="val 8023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66676"/>
            <a:ext cx="8290661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comment is a line that is </a:t>
            </a:r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executed</a:t>
            </a:r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part of the program. It exists only to be read by developers.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450" y="2216497"/>
            <a:ext cx="86792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Comments?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7450" y="2638723"/>
            <a:ext cx="8509099" cy="1138238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others understand your code</a:t>
            </a:r>
            <a:endParaRPr lang="en-US" sz="1400" dirty="0"/>
          </a:p>
          <a:p>
            <a:pPr algn="l" marL="158750" indent="-15875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 yourself what you did</a:t>
            </a:r>
            <a:endParaRPr lang="en-US" sz="1400" dirty="0"/>
          </a:p>
          <a:p>
            <a:pPr algn="l" marL="158750" indent="-15875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complex logic</a:t>
            </a:r>
            <a:endParaRPr lang="en-US" sz="1400" dirty="0"/>
          </a:p>
          <a:p>
            <a:pPr algn="l" marL="158750" indent="-15875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Temporarily disable code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Comment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17450" y="999976"/>
            <a:ext cx="2667149" cy="787301"/>
          </a:xfrm>
          <a:prstGeom prst="roundRect">
            <a:avLst>
              <a:gd name="adj" fmla="val 9679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7000" y="1209526"/>
            <a:ext cx="22930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Single-Line (//)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7450" y="1914227"/>
            <a:ext cx="2667149" cy="596801"/>
          </a:xfrm>
          <a:prstGeom prst="roundRect">
            <a:avLst>
              <a:gd name="adj" fmla="val 8512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2041178"/>
            <a:ext cx="24615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 is a comment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4401" y="2212628"/>
            <a:ext cx="24615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"Hello";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38500" y="999976"/>
            <a:ext cx="2667149" cy="787301"/>
          </a:xfrm>
          <a:prstGeom prst="roundRect">
            <a:avLst>
              <a:gd name="adj" fmla="val 9679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48050" y="1209526"/>
            <a:ext cx="22930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Single-Line (#)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38500" y="1914227"/>
            <a:ext cx="2667149" cy="596801"/>
          </a:xfrm>
          <a:prstGeom prst="roundRect">
            <a:avLst>
              <a:gd name="adj" fmla="val 8512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65450" y="2041178"/>
            <a:ext cx="24615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Another comment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5450" y="2212628"/>
            <a:ext cx="24615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"World";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59550" y="999976"/>
            <a:ext cx="2667149" cy="787301"/>
          </a:xfrm>
          <a:prstGeom prst="roundRect">
            <a:avLst>
              <a:gd name="adj" fmla="val 9679"/>
            </a:avLst>
          </a:prstGeom>
          <a:solidFill>
            <a:srgbClr val="FFFFFF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69100" y="1209526"/>
            <a:ext cx="22930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Multi-Line (/* */)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59550" y="1914227"/>
            <a:ext cx="2667149" cy="768251"/>
          </a:xfrm>
          <a:prstGeom prst="roundRect">
            <a:avLst>
              <a:gd name="adj" fmla="val 6612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0" y="2041178"/>
            <a:ext cx="24615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This is 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6500" y="2212628"/>
            <a:ext cx="24615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6500" y="2384078"/>
            <a:ext cx="24615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 */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Single-Line Comments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17450" y="936575"/>
            <a:ext cx="8509099" cy="403027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41263" y="936575"/>
            <a:ext cx="0" cy="403027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7475" y="1038076"/>
            <a:ext cx="8371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buNone/>
            </a:pPr>
            <a:r>
              <a:rPr lang="en-US" sz="13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pPr algn="l" indent="0" marL="0">
              <a:buNone/>
            </a:pPr>
            <a:r>
              <a:rPr lang="en-US" sz="13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buNone/>
            </a:pPr>
            <a:r>
              <a:rPr lang="en-US" sz="13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pPr algn="l" indent="0" marL="0">
              <a:buNone/>
            </a:pPr>
            <a:r>
              <a:rPr lang="en-US" sz="13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single-line comments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450" y="1492002"/>
            <a:ext cx="86792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Code (Explanation)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7450" y="1806327"/>
            <a:ext cx="8509099" cy="672703"/>
          </a:xfrm>
          <a:prstGeom prst="roundRect">
            <a:avLst>
              <a:gd name="adj" fmla="val 7552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4401" y="1958578"/>
            <a:ext cx="8420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Calculate the total price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4401" y="2155329"/>
            <a:ext cx="8420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$total = $price * $quantity;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7450" y="2631430"/>
            <a:ext cx="86792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Code (Clarification)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7450" y="2945755"/>
            <a:ext cx="8509099" cy="475952"/>
          </a:xfrm>
          <a:prstGeom prst="roundRect">
            <a:avLst>
              <a:gd name="adj" fmla="val 10673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4401" y="3098006"/>
            <a:ext cx="8420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$tax = 0.08;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8% sales tax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7450" y="3574107"/>
            <a:ext cx="86792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Disable 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7450" y="3888432"/>
            <a:ext cx="8509099" cy="475952"/>
          </a:xfrm>
          <a:prstGeom prst="roundRect">
            <a:avLst>
              <a:gd name="adj" fmla="val 10673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401" y="4040684"/>
            <a:ext cx="8420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echo "Debug info";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Multi-Line Comments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17450" y="936575"/>
            <a:ext cx="86792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Block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450" y="1250900"/>
            <a:ext cx="8509099" cy="1700808"/>
          </a:xfrm>
          <a:prstGeom prst="roundRect">
            <a:avLst>
              <a:gd name="adj" fmla="val 2987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01" y="1403152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580852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Function: calculateTotal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758553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Calculate order total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4401" y="1936254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Parameters: price, quantity, tax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4401" y="2113955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4401" y="2291655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calculateTotal($p, $q, $t)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4401" y="2469356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($p * $q) * (1 + $t);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401" y="2647057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7450" y="3104108"/>
            <a:ext cx="86792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Code Block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7450" y="3418433"/>
            <a:ext cx="8509099" cy="812304"/>
          </a:xfrm>
          <a:prstGeom prst="roundRect">
            <a:avLst>
              <a:gd name="adj" fmla="val 6254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401" y="3570684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echo "Debug:";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4401" y="3748385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var_dump($data);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4401" y="3926086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17450" y="999976"/>
            <a:ext cx="4127599" cy="1974056"/>
          </a:xfrm>
          <a:prstGeom prst="roundRect">
            <a:avLst>
              <a:gd name="adj" fmla="val 3860"/>
            </a:avLst>
          </a:prstGeom>
          <a:solidFill>
            <a:srgbClr val="D4EDDA"/>
          </a:solidFill>
          <a:ln w="19050">
            <a:solidFill>
              <a:srgbClr val="28A7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8900" y="1171426"/>
            <a:ext cx="38603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88900" y="1565077"/>
            <a:ext cx="3784699" cy="123750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WHY, not WHAT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comments concise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comments with code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complex logic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assumptions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98950" y="999976"/>
            <a:ext cx="4127599" cy="1974056"/>
          </a:xfrm>
          <a:prstGeom prst="roundRect">
            <a:avLst>
              <a:gd name="adj" fmla="val 3860"/>
            </a:avLst>
          </a:prstGeom>
          <a:solidFill>
            <a:srgbClr val="F8D7DA"/>
          </a:solidFill>
          <a:ln w="19050">
            <a:solidFill>
              <a:srgbClr val="DC354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0400" y="1171426"/>
            <a:ext cx="38603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DON'T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70400" y="1565077"/>
            <a:ext cx="3784699" cy="123750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obvious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outdated comments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every line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version control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sensitive data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World Examples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17450" y="999976"/>
            <a:ext cx="86792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Comments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450" y="1339602"/>
            <a:ext cx="8509099" cy="812304"/>
          </a:xfrm>
          <a:prstGeom prst="roundRect">
            <a:avLst>
              <a:gd name="adj" fmla="val 6254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01" y="1491853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Add email validation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669554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FIXME: Handle edge case when qty =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847255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NOTE: This requires PHP 8.0+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7450" y="2342406"/>
            <a:ext cx="86792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Logic Explanation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7450" y="2682032"/>
            <a:ext cx="8509099" cy="1523107"/>
          </a:xfrm>
          <a:prstGeom prst="roundRect">
            <a:avLst>
              <a:gd name="adj" fmla="val 3335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4401" y="2834283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Apply discount only if: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4401" y="3011984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User is premium member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401" y="3189684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Order exceeds $100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4401" y="3367385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Not already discounted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4401" y="3545086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($isPremium &amp;&amp; $total &gt; 100 &amp;&amp; !$hasDiscount) {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4401" y="3722787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$total *= 0.9;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95A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10% discount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4401" y="3900488"/>
            <a:ext cx="8420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4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732086"/>
            <a:ext cx="829066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About Comments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7950" y="1608386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88802" y="1854398"/>
            <a:ext cx="25913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04851" y="1608386"/>
            <a:ext cx="6731198" cy="2701528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single-line comments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/* */</a:t>
            </a:r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multi-line comments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improve code readability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WHY, not the WHAT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comments updated with code</a:t>
            </a:r>
            <a:endParaRPr lang="en-US" sz="1600" dirty="0"/>
          </a:p>
          <a:p>
            <a:pPr algn="l" marL="158750" indent="-158750">
              <a:lnSpc>
                <a:spcPts val="288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to temporarily disable code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Comments</dc:title>
  <dc:subject>PptxGenJS Presentation</dc:subject>
  <dc:creator>PptxGenJS</dc:creator>
  <cp:lastModifiedBy>PptxGenJS</cp:lastModifiedBy>
  <cp:revision>1</cp:revision>
  <dcterms:created xsi:type="dcterms:W3CDTF">2025-09-27T08:15:33Z</dcterms:created>
  <dcterms:modified xsi:type="dcterms:W3CDTF">2025-09-27T08:15:33Z</dcterms:modified>
</cp:coreProperties>
</file>