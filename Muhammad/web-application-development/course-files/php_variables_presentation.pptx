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86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1409" y="1619250"/>
            <a:ext cx="461183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buNone/>
            </a:pPr>
            <a:r>
              <a:rPr lang="en-US" sz="6400" b="1" dirty="0">
                <a:solidFill>
                  <a:srgbClr val="28B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2486507" y="2552700"/>
            <a:ext cx="4170986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Variables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822299" y="3448050"/>
            <a:ext cx="34994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buNone/>
            </a:pPr>
            <a:r>
              <a:rPr lang="en-US" sz="180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 for Storing Information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80892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PHP Variables?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53901" y="876151"/>
            <a:ext cx="909191" cy="923925"/>
          </a:xfrm>
          <a:prstGeom prst="roundRect">
            <a:avLst>
              <a:gd name="adj" fmla="val 8381"/>
            </a:avLst>
          </a:prstGeom>
          <a:solidFill>
            <a:srgbClr val="EBF5FB"/>
          </a:solidFill>
          <a:ln w="38100">
            <a:solidFill>
              <a:srgbClr val="2E86C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7981" y="1104751"/>
            <a:ext cx="46103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$x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416993" y="853976"/>
            <a:ext cx="76225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 for storing data values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6993" y="1193602"/>
            <a:ext cx="7473107" cy="62865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$ sign</a:t>
            </a:r>
            <a:endParaRPr lang="en-US" sz="1400" dirty="0"/>
          </a:p>
          <a:p>
            <a:pPr algn="l" marL="127000" indent="-1270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text, numbers, arrays</a:t>
            </a:r>
            <a:endParaRPr lang="en-US" sz="1400" dirty="0"/>
          </a:p>
          <a:p>
            <a:pPr algn="l" marL="127000" indent="-1270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on first assignment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3901" y="1974652"/>
            <a:ext cx="8636198" cy="818555"/>
          </a:xfrm>
          <a:prstGeom prst="roundRect">
            <a:avLst>
              <a:gd name="adj" fmla="val 6206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5402" y="2101453"/>
            <a:ext cx="86018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 = 5;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5402" y="2298204"/>
            <a:ext cx="86018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$name = "John";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5402" y="2494955"/>
            <a:ext cx="86018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$price = 19.99;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80892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Variable Rules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53901" y="853976"/>
            <a:ext cx="4222849" cy="1217563"/>
          </a:xfrm>
          <a:prstGeom prst="roundRect">
            <a:avLst>
              <a:gd name="adj" fmla="val 6258"/>
            </a:avLst>
          </a:prstGeom>
          <a:solidFill>
            <a:srgbClr val="D5F4E6"/>
          </a:solidFill>
          <a:ln w="19050">
            <a:solidFill>
              <a:srgbClr val="28B46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99901" y="999976"/>
            <a:ext cx="40094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MUST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99901" y="1285726"/>
            <a:ext cx="3930848" cy="63981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$</a:t>
            </a:r>
            <a:endParaRPr lang="en-US" sz="1200" dirty="0"/>
          </a:p>
          <a:p>
            <a:pPr algn="l" marL="101600" indent="-1016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with letter or _</a:t>
            </a:r>
            <a:endParaRPr lang="en-US" sz="1200" dirty="0"/>
          </a:p>
          <a:p>
            <a:pPr algn="l" marL="101600" indent="-1016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A-z, 0-9, _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3901" y="2173039"/>
            <a:ext cx="4222849" cy="761405"/>
          </a:xfrm>
          <a:prstGeom prst="roundRect">
            <a:avLst>
              <a:gd name="adj" fmla="val 6672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55402" y="2299841"/>
            <a:ext cx="41002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$name 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55402" y="2477542"/>
            <a:ext cx="41002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$_count 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5402" y="2655243"/>
            <a:ext cx="41002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$item2 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7250" y="853976"/>
            <a:ext cx="4222849" cy="1217563"/>
          </a:xfrm>
          <a:prstGeom prst="roundRect">
            <a:avLst>
              <a:gd name="adj" fmla="val 6258"/>
            </a:avLst>
          </a:prstGeom>
          <a:solidFill>
            <a:srgbClr val="FADBD8"/>
          </a:solidFill>
          <a:ln w="19050">
            <a:solidFill>
              <a:srgbClr val="E74C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13250" y="999976"/>
            <a:ext cx="40094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CANNOT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13250" y="1285726"/>
            <a:ext cx="3930848" cy="63981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number</a:t>
            </a:r>
            <a:endParaRPr lang="en-US" sz="1200" dirty="0"/>
          </a:p>
          <a:p>
            <a:pPr algn="l" marL="101600" indent="-1016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 spaces</a:t>
            </a:r>
            <a:endParaRPr lang="en-US" sz="1200" dirty="0"/>
          </a:p>
          <a:p>
            <a:pPr algn="l" marL="101600" indent="-10160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special chars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7250" y="2173039"/>
            <a:ext cx="4222849" cy="761405"/>
          </a:xfrm>
          <a:prstGeom prst="roundRect">
            <a:avLst>
              <a:gd name="adj" fmla="val 6672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68751" y="2299841"/>
            <a:ext cx="41002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$2name ✗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68751" y="2477542"/>
            <a:ext cx="41002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$my name ✗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68751" y="2655243"/>
            <a:ext cx="41002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$my-var ✗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80892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Variables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53901" y="815876"/>
            <a:ext cx="8636198" cy="383977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77713" y="815876"/>
            <a:ext cx="0" cy="383977"/>
          </a:xfrm>
          <a:prstGeom prst="line">
            <a:avLst/>
          </a:prstGeom>
          <a:noFill/>
          <a:ln w="47625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3027" y="917377"/>
            <a:ext cx="855328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No declaration needed - created on first assignment!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3901" y="1352252"/>
            <a:ext cx="880892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8B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Types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3901" y="1666577"/>
            <a:ext cx="8636198" cy="939105"/>
          </a:xfrm>
          <a:prstGeom prst="roundRect">
            <a:avLst>
              <a:gd name="adj" fmla="val 5409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5402" y="1793379"/>
            <a:ext cx="86018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$name = "John";     // String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5402" y="1971080"/>
            <a:ext cx="86018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$age = 25;          // Integer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5402" y="2148780"/>
            <a:ext cx="86018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$price = 19.99;     // Float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5402" y="2326481"/>
            <a:ext cx="86018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$active = true;     // Boolean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3901" y="2732633"/>
            <a:ext cx="880892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8B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Assignment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3901" y="3046958"/>
            <a:ext cx="8636198" cy="406003"/>
          </a:xfrm>
          <a:prstGeom prst="roundRect">
            <a:avLst>
              <a:gd name="adj" fmla="val 12512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55402" y="3173760"/>
            <a:ext cx="86018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 = $y = $z = "Same value";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80892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Outputting Variables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53901" y="815876"/>
            <a:ext cx="880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8B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Quotes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53901" y="1101626"/>
            <a:ext cx="8636198" cy="545753"/>
          </a:xfrm>
          <a:prstGeom prst="roundRect">
            <a:avLst>
              <a:gd name="adj" fmla="val 9308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5402" y="1215777"/>
            <a:ext cx="86018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$txt = "PHP";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55402" y="1380827"/>
            <a:ext cx="86018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"I love $txt!";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3901" y="1723579"/>
            <a:ext cx="8636198" cy="304800"/>
          </a:xfrm>
          <a:prstGeom prst="roundRect">
            <a:avLst>
              <a:gd name="adj" fmla="val 16667"/>
            </a:avLst>
          </a:prstGeom>
          <a:solidFill>
            <a:srgbClr val="D5F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0101" y="1799779"/>
            <a:ext cx="86534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8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I love PHP!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3901" y="2155329"/>
            <a:ext cx="880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8B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3901" y="2441079"/>
            <a:ext cx="8636198" cy="380702"/>
          </a:xfrm>
          <a:prstGeom prst="roundRect">
            <a:avLst>
              <a:gd name="adj" fmla="val 13344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5402" y="2555230"/>
            <a:ext cx="86018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"I love " . $txt . "!";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3901" y="2897981"/>
            <a:ext cx="8636198" cy="304800"/>
          </a:xfrm>
          <a:prstGeom prst="roundRect">
            <a:avLst>
              <a:gd name="adj" fmla="val 16667"/>
            </a:avLst>
          </a:prstGeom>
          <a:solidFill>
            <a:srgbClr val="D5F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0101" y="2974181"/>
            <a:ext cx="86534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8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I love PHP!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3901" y="3329732"/>
            <a:ext cx="880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8B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Operations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3901" y="3615482"/>
            <a:ext cx="8636198" cy="545753"/>
          </a:xfrm>
          <a:prstGeom prst="roundRect">
            <a:avLst>
              <a:gd name="adj" fmla="val 9308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55402" y="3729633"/>
            <a:ext cx="86018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 = 5; $y = 3;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5402" y="3894683"/>
            <a:ext cx="86018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$x + $y;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3901" y="4237434"/>
            <a:ext cx="8636198" cy="304800"/>
          </a:xfrm>
          <a:prstGeom prst="roundRect">
            <a:avLst>
              <a:gd name="adj" fmla="val 16667"/>
            </a:avLst>
          </a:prstGeom>
          <a:solidFill>
            <a:srgbClr val="D5F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30101" y="4313634"/>
            <a:ext cx="86534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8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8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80892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Data Types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53901" y="853976"/>
            <a:ext cx="2063800" cy="971252"/>
          </a:xfrm>
          <a:prstGeom prst="roundRect">
            <a:avLst>
              <a:gd name="adj" fmla="val 7846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2183" y="999976"/>
            <a:ext cx="18072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8B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82183" y="1250752"/>
            <a:ext cx="18072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99901" y="1444377"/>
            <a:ext cx="1771799" cy="234851"/>
          </a:xfrm>
          <a:prstGeom prst="roundRect">
            <a:avLst>
              <a:gd name="adj" fmla="val 16223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33949" y="1495127"/>
            <a:ext cx="17037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444651" y="853976"/>
            <a:ext cx="2063800" cy="971252"/>
          </a:xfrm>
          <a:prstGeom prst="roundRect">
            <a:avLst>
              <a:gd name="adj" fmla="val 7846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72933" y="999976"/>
            <a:ext cx="18072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8B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72933" y="1250752"/>
            <a:ext cx="18072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90651" y="1444377"/>
            <a:ext cx="1771799" cy="234851"/>
          </a:xfrm>
          <a:prstGeom prst="roundRect">
            <a:avLst>
              <a:gd name="adj" fmla="val 16223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624699" y="1495127"/>
            <a:ext cx="17037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35401" y="853976"/>
            <a:ext cx="2063800" cy="971252"/>
          </a:xfrm>
          <a:prstGeom prst="roundRect">
            <a:avLst>
              <a:gd name="adj" fmla="val 7846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63683" y="999976"/>
            <a:ext cx="18072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8B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63683" y="1250752"/>
            <a:ext cx="18072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Decimal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81401" y="1444377"/>
            <a:ext cx="1771799" cy="234851"/>
          </a:xfrm>
          <a:prstGeom prst="roundRect">
            <a:avLst>
              <a:gd name="adj" fmla="val 16223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15449" y="1495127"/>
            <a:ext cx="17037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26151" y="853976"/>
            <a:ext cx="2063948" cy="971252"/>
          </a:xfrm>
          <a:prstGeom prst="roundRect">
            <a:avLst>
              <a:gd name="adj" fmla="val 7846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954432" y="999976"/>
            <a:ext cx="18073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8B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54432" y="1250752"/>
            <a:ext cx="18073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True/False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72151" y="1444377"/>
            <a:ext cx="1771948" cy="234851"/>
          </a:xfrm>
          <a:prstGeom prst="roundRect">
            <a:avLst>
              <a:gd name="adj" fmla="val 16223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006197" y="1495127"/>
            <a:ext cx="17038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3901" y="1952179"/>
            <a:ext cx="2063800" cy="971252"/>
          </a:xfrm>
          <a:prstGeom prst="roundRect">
            <a:avLst>
              <a:gd name="adj" fmla="val 7846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82183" y="2098179"/>
            <a:ext cx="18072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8B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2183" y="2348954"/>
            <a:ext cx="18072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99901" y="2542580"/>
            <a:ext cx="1771799" cy="234851"/>
          </a:xfrm>
          <a:prstGeom prst="roundRect">
            <a:avLst>
              <a:gd name="adj" fmla="val 16223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33949" y="2593330"/>
            <a:ext cx="17037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[1,2,3]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444651" y="1952179"/>
            <a:ext cx="2063800" cy="971252"/>
          </a:xfrm>
          <a:prstGeom prst="roundRect">
            <a:avLst>
              <a:gd name="adj" fmla="val 7846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572933" y="2098179"/>
            <a:ext cx="18072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8B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572933" y="2348954"/>
            <a:ext cx="18072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590651" y="2542580"/>
            <a:ext cx="1771799" cy="234851"/>
          </a:xfrm>
          <a:prstGeom prst="roundRect">
            <a:avLst>
              <a:gd name="adj" fmla="val 16223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624699" y="2593330"/>
            <a:ext cx="17037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Car()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35401" y="1952179"/>
            <a:ext cx="2063800" cy="971252"/>
          </a:xfrm>
          <a:prstGeom prst="roundRect">
            <a:avLst>
              <a:gd name="adj" fmla="val 7846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763683" y="2098179"/>
            <a:ext cx="18072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8B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763683" y="2348954"/>
            <a:ext cx="18072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81401" y="2542580"/>
            <a:ext cx="1771799" cy="234851"/>
          </a:xfrm>
          <a:prstGeom prst="roundRect">
            <a:avLst>
              <a:gd name="adj" fmla="val 16223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815449" y="2593330"/>
            <a:ext cx="17037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26151" y="1952179"/>
            <a:ext cx="2063948" cy="971252"/>
          </a:xfrm>
          <a:prstGeom prst="roundRect">
            <a:avLst>
              <a:gd name="adj" fmla="val 7846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954432" y="2098179"/>
            <a:ext cx="18073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8B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54432" y="2348954"/>
            <a:ext cx="18073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72151" y="2542580"/>
            <a:ext cx="1771948" cy="234851"/>
          </a:xfrm>
          <a:prstGeom prst="roundRect">
            <a:avLst>
              <a:gd name="adj" fmla="val 16223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006197" y="2593330"/>
            <a:ext cx="17038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fopen()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80892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var_dump() Function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53901" y="815876"/>
            <a:ext cx="8636198" cy="403027"/>
          </a:xfrm>
          <a:prstGeom prst="rect">
            <a:avLst/>
          </a:prstGeom>
          <a:solidFill>
            <a:srgbClr val="E8F6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77713" y="815876"/>
            <a:ext cx="0" cy="403027"/>
          </a:xfrm>
          <a:prstGeom prst="line">
            <a:avLst/>
          </a:prstGeom>
          <a:noFill/>
          <a:ln w="47625">
            <a:solidFill>
              <a:srgbClr val="28B4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3027" y="917377"/>
            <a:ext cx="85532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8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both type and value of variables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3901" y="1371302"/>
            <a:ext cx="43073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8B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3901" y="1657052"/>
            <a:ext cx="4222849" cy="345877"/>
          </a:xfrm>
          <a:prstGeom prst="roundRect">
            <a:avLst>
              <a:gd name="adj" fmla="val 14687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0101" y="1758553"/>
            <a:ext cx="41518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var_dump("John");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3901" y="2079129"/>
            <a:ext cx="4222849" cy="345877"/>
          </a:xfrm>
          <a:prstGeom prst="roundRect">
            <a:avLst>
              <a:gd name="adj" fmla="val 14687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0101" y="2180630"/>
            <a:ext cx="41518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var_dump(25);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3901" y="2501205"/>
            <a:ext cx="4222849" cy="345877"/>
          </a:xfrm>
          <a:prstGeom prst="roundRect">
            <a:avLst>
              <a:gd name="adj" fmla="val 14687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0101" y="2602706"/>
            <a:ext cx="41518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var_dump(19.99);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3901" y="2923282"/>
            <a:ext cx="4222849" cy="345877"/>
          </a:xfrm>
          <a:prstGeom prst="roundRect">
            <a:avLst>
              <a:gd name="adj" fmla="val 14687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0101" y="3024783"/>
            <a:ext cx="41518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var_dump(true);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7250" y="1371302"/>
            <a:ext cx="43073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8B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7250" y="1657052"/>
            <a:ext cx="4222849" cy="295275"/>
          </a:xfrm>
          <a:prstGeom prst="roundRect">
            <a:avLst>
              <a:gd name="adj" fmla="val 17204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43450" y="1733252"/>
            <a:ext cx="41518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string(4) "John"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7250" y="2028527"/>
            <a:ext cx="4222849" cy="295275"/>
          </a:xfrm>
          <a:prstGeom prst="roundRect">
            <a:avLst>
              <a:gd name="adj" fmla="val 17204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43450" y="2104727"/>
            <a:ext cx="41518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int(25)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7250" y="2400002"/>
            <a:ext cx="4222849" cy="295275"/>
          </a:xfrm>
          <a:prstGeom prst="roundRect">
            <a:avLst>
              <a:gd name="adj" fmla="val 17204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43450" y="2476202"/>
            <a:ext cx="41518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float(19.99)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7250" y="2771477"/>
            <a:ext cx="4222849" cy="295275"/>
          </a:xfrm>
          <a:prstGeom prst="roundRect">
            <a:avLst>
              <a:gd name="adj" fmla="val 17204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43450" y="2847677"/>
            <a:ext cx="41518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bool(true)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" y="1233636"/>
            <a:ext cx="854964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3200" b="1" dirty="0">
                <a:solidFill>
                  <a:srgbClr val="28B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81000" y="1954262"/>
            <a:ext cx="8382000" cy="463451"/>
          </a:xfrm>
          <a:prstGeom prst="roundRect">
            <a:avLst>
              <a:gd name="adj" fmla="val 16442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6669" y="2081212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Variables are CASE-SENSITIVE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1000" y="2608213"/>
            <a:ext cx="4064050" cy="1301651"/>
          </a:xfrm>
          <a:prstGeom prst="roundRect">
            <a:avLst>
              <a:gd name="adj" fmla="val 5854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2760613"/>
            <a:ext cx="38344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8B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3400" y="3071664"/>
            <a:ext cx="3759250" cy="6858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$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declaration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Loosely typed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98950" y="2608213"/>
            <a:ext cx="4064050" cy="1301651"/>
          </a:xfrm>
          <a:prstGeom prst="roundRect">
            <a:avLst>
              <a:gd name="adj" fmla="val 5854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51350" y="2760613"/>
            <a:ext cx="38344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8B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51350" y="3071664"/>
            <a:ext cx="3759250" cy="6858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 names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rules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var_dump()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 Variables</dc:title>
  <dc:subject>PptxGenJS Presentation</dc:subject>
  <dc:creator>PptxGenJS</dc:creator>
  <cp:lastModifiedBy>PptxGenJS</cp:lastModifiedBy>
  <cp:revision>1</cp:revision>
  <dcterms:created xsi:type="dcterms:W3CDTF">2025-09-27T08:21:01Z</dcterms:created>
  <dcterms:modified xsi:type="dcterms:W3CDTF">2025-09-27T08:21:01Z</dcterms:modified>
</cp:coreProperties>
</file>