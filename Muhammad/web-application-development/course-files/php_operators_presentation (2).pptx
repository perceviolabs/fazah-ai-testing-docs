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5890" y="1198215"/>
            <a:ext cx="561221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Operators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765890" y="2239566"/>
            <a:ext cx="56122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Operations on Variables and Values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65890" y="2880866"/>
            <a:ext cx="561221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• Assignment • Comparison • Logical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65890" y="3482876"/>
            <a:ext cx="561221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Increment/Decrement • String • Array • Conditional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771376"/>
            <a:ext cx="863619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Operators?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980926"/>
            <a:ext cx="8636198" cy="590550"/>
          </a:xfrm>
          <a:prstGeom prst="roundRect">
            <a:avLst>
              <a:gd name="adj" fmla="val 17204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171426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are symbols that tell PHP to perform specific operations on variables and values.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761976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2468" y="1898452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2468" y="2041327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2468" y="2276177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operations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4651" y="1761976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63218" y="1898452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3218" y="2041327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3218" y="2276177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values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35401" y="1761976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3968" y="1898452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3968" y="2041327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3968" y="2276177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values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26151" y="1761976"/>
            <a:ext cx="2063948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4716" y="1898452"/>
            <a:ext cx="1826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4716" y="2041327"/>
            <a:ext cx="18268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4716" y="2276177"/>
            <a:ext cx="1826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Increase/decrease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901" y="2682478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2468" y="2818954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2468" y="2961829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2468" y="3196679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conditions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44651" y="2682478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63218" y="2818954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3218" y="2961829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3218" y="3196679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operations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35401" y="2682478"/>
            <a:ext cx="2063800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3968" y="2818954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3968" y="2961829"/>
            <a:ext cx="1826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3968" y="3196679"/>
            <a:ext cx="1826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operations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26151" y="2682478"/>
            <a:ext cx="2063948" cy="793552"/>
          </a:xfrm>
          <a:prstGeom prst="roundRect">
            <a:avLst>
              <a:gd name="adj" fmla="val 96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44716" y="2818954"/>
            <a:ext cx="1826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4716" y="2961829"/>
            <a:ext cx="18268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4716" y="3196679"/>
            <a:ext cx="1826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assign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50" y="165050"/>
            <a:ext cx="89901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65050" y="669875"/>
            <a:ext cx="8813899" cy="3221236"/>
          </a:xfrm>
          <a:prstGeom prst="roundRect">
            <a:avLst>
              <a:gd name="adj" fmla="val 3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5050" y="4018062"/>
            <a:ext cx="8813899" cy="951905"/>
          </a:xfrm>
          <a:prstGeom prst="roundRect">
            <a:avLst>
              <a:gd name="adj" fmla="val 80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2001" y="4170313"/>
            <a:ext cx="8731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10; $y = 3;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001" y="4338489"/>
            <a:ext cx="8731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 + $y;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001" y="4506664"/>
            <a:ext cx="8731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 % $y;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001" y="4674840"/>
            <a:ext cx="87311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 ** $y;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938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695325"/>
            <a:ext cx="4286250" cy="2941588"/>
          </a:xfrm>
          <a:prstGeom prst="roundRect">
            <a:avLst>
              <a:gd name="adj" fmla="val 34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425" y="857250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3926" y="958751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3926" y="1190476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assignment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3926" y="1358652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425" y="1729829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3926" y="1831330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926" y="2063055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assign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926" y="2231231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$x + $y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425" y="2602409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3926" y="2703909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926" y="2935635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and assign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3926" y="3103811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$x - $y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695325"/>
            <a:ext cx="4286250" cy="2941588"/>
          </a:xfrm>
          <a:prstGeom prst="roundRect">
            <a:avLst>
              <a:gd name="adj" fmla="val 34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857250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30676" y="958751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0676" y="1190476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and assign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0676" y="1358652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$x * $y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9175" y="1729829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0676" y="1831330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0676" y="2063055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and assign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0676" y="2231231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$x / $y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9175" y="2602409"/>
            <a:ext cx="396240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30676" y="2703909"/>
            <a:ext cx="3834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%=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0676" y="2935635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Modulus and assign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0676" y="3103811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$x % $y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0500" y="3636913"/>
            <a:ext cx="8763000" cy="1069777"/>
          </a:xfrm>
          <a:prstGeom prst="roundRect">
            <a:avLst>
              <a:gd name="adj" fmla="val 71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7450" y="3763863"/>
            <a:ext cx="86792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7450" y="4036814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10;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7450" y="4217789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+= 5;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$x is now 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7450" y="4398764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*= 2;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$x is now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152400"/>
            <a:ext cx="9015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52400" y="60320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6860" y="71422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3426" y="974527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3426" y="116815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== $y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3426" y="1326803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equal (value)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32534" y="603200"/>
            <a:ext cx="2878782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6993" y="714226"/>
            <a:ext cx="27098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3560" y="974527"/>
            <a:ext cx="2709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3560" y="1168152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=== $y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3560" y="1326803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equal (value &amp; type)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12818" y="60320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7278" y="71422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3843" y="974527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23843" y="116815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!= $y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3843" y="1326803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not equal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2400" y="169798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860" y="180900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3426" y="2069306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3426" y="226293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&lt;&gt; $y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3426" y="242158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to !=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32534" y="1697980"/>
            <a:ext cx="2878782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16993" y="1809006"/>
            <a:ext cx="27098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43560" y="2069306"/>
            <a:ext cx="2709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identical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3560" y="2262932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!== $y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3560" y="2421582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equal or not same 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12818" y="169798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97278" y="180900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23843" y="2069306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3843" y="226293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&gt; $y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3843" y="242158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$x greater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2400" y="279276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36860" y="290378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3426" y="3164086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426" y="3357711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&lt; $y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3426" y="351636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$x less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32534" y="2792760"/>
            <a:ext cx="2878782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16993" y="2903786"/>
            <a:ext cx="27098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43560" y="3164086"/>
            <a:ext cx="2709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or equal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3560" y="3357711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&gt;= $y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43560" y="3516362"/>
            <a:ext cx="2709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$x &gt;= $y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12818" y="2792760"/>
            <a:ext cx="2878634" cy="993279"/>
          </a:xfrm>
          <a:prstGeom prst="roundRect">
            <a:avLst>
              <a:gd name="adj" fmla="val 7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97278" y="2903786"/>
            <a:ext cx="2709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23843" y="3164086"/>
            <a:ext cx="27097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or equal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23843" y="3357711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&lt;= $y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23843" y="3516362"/>
            <a:ext cx="270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$x &lt;= $y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2400" y="3887539"/>
            <a:ext cx="8839200" cy="488752"/>
          </a:xfrm>
          <a:prstGeom prst="roundRect">
            <a:avLst>
              <a:gd name="adj" fmla="val 103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53901" y="3989040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</a:t>
            </a:r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== checks value only, === checks both value and type!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3901" y="4131915"/>
            <a:ext cx="8808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5 == "5" is true, but 5 === "5" is false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 &amp; Decrement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3901" y="796826"/>
            <a:ext cx="4191149" cy="2434084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351" y="968276"/>
            <a:ext cx="3925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 (++)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5351" y="1333351"/>
            <a:ext cx="3848249" cy="761554"/>
          </a:xfrm>
          <a:prstGeom prst="roundRect">
            <a:avLst>
              <a:gd name="adj" fmla="val 66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6852" y="1434852"/>
            <a:ext cx="3718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++$x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6852" y="1657052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Pre-increment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6852" y="1825228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Increments first, then returns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351" y="2196405"/>
            <a:ext cx="3848249" cy="761554"/>
          </a:xfrm>
          <a:prstGeom prst="roundRect">
            <a:avLst>
              <a:gd name="adj" fmla="val 66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6852" y="2297906"/>
            <a:ext cx="3718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$x++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6852" y="2520107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Post-increment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6852" y="2688282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first, then increments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796826"/>
            <a:ext cx="4191149" cy="2434084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0400" y="968276"/>
            <a:ext cx="3925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 (--)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0400" y="1333351"/>
            <a:ext cx="3848249" cy="761554"/>
          </a:xfrm>
          <a:prstGeom prst="roundRect">
            <a:avLst>
              <a:gd name="adj" fmla="val 66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71901" y="1434852"/>
            <a:ext cx="3718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--$x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1901" y="1657052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Pre-decrement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1901" y="1825228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Decrements first, then returns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0400" y="2196405"/>
            <a:ext cx="3848249" cy="761554"/>
          </a:xfrm>
          <a:prstGeom prst="roundRect">
            <a:avLst>
              <a:gd name="adj" fmla="val 66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71901" y="2297906"/>
            <a:ext cx="3718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$x--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1901" y="2520107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Post-decrement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71901" y="2688282"/>
            <a:ext cx="3718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first, then decrements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901" y="3383310"/>
            <a:ext cx="8636198" cy="1015901"/>
          </a:xfrm>
          <a:prstGeom prst="roundRect">
            <a:avLst>
              <a:gd name="adj" fmla="val 750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0851" y="3548360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851" y="3729335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++$x;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 (increment then return)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0851" y="3910310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$x++;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 (return then increment)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0851" y="4091285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 (after post-increment)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701" y="177701"/>
            <a:ext cx="89643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7701" y="682526"/>
            <a:ext cx="8788598" cy="2992636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7701" y="3802112"/>
            <a:ext cx="8788598" cy="1161455"/>
          </a:xfrm>
          <a:prstGeom prst="roundRect">
            <a:avLst>
              <a:gd name="adj" fmla="val 65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651" y="3929063"/>
            <a:ext cx="8705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Usage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651" y="4202013"/>
            <a:ext cx="8705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25; $hasID = true;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651" y="4360664"/>
            <a:ext cx="8705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($age &gt;= 18 &amp;&amp; $hasID) {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conditions must be true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651" y="4519315"/>
            <a:ext cx="8705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"Access granted";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651" y="4677966"/>
            <a:ext cx="8705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938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&amp; Array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695325"/>
            <a:ext cx="4286250" cy="4029968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866775"/>
            <a:ext cx="4022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Operators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1950" y="1231850"/>
            <a:ext cx="394335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451" y="1333351"/>
            <a:ext cx="381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451" y="1565077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451" y="173325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two strings together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950" y="2104430"/>
            <a:ext cx="394335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451" y="2205930"/>
            <a:ext cx="381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.=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451" y="2437656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 assignment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451" y="260583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 to existing string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950" y="2977009"/>
            <a:ext cx="3943350" cy="862905"/>
          </a:xfrm>
          <a:prstGeom prst="roundRect">
            <a:avLst>
              <a:gd name="adj" fmla="val 58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3451" y="3103811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"Hello ";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451" y="3262461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"World";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451" y="3421112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 . $b;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 World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3451" y="3579763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.= $b;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$a is now "Hello World"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695325"/>
            <a:ext cx="4286250" cy="4029968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700" y="866775"/>
            <a:ext cx="4022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Operators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38700" y="1231850"/>
            <a:ext cx="394335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40201" y="1333351"/>
            <a:ext cx="381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40201" y="1565077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40201" y="173325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arrays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38700" y="2104430"/>
            <a:ext cx="394335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40201" y="2205930"/>
            <a:ext cx="381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40201" y="2437656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40201" y="2605832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key/value pairs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38700" y="2977009"/>
            <a:ext cx="3943350" cy="771079"/>
          </a:xfrm>
          <a:prstGeom prst="roundRect">
            <a:avLst>
              <a:gd name="adj" fmla="val 65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40201" y="3078510"/>
            <a:ext cx="381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40201" y="3310235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40201" y="3478411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pairs, same order &amp; types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38700" y="3849588"/>
            <a:ext cx="3943350" cy="704255"/>
          </a:xfrm>
          <a:prstGeom prst="roundRect">
            <a:avLst>
              <a:gd name="adj" fmla="val 72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40201" y="3976390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["a" =&gt; "red", "b" =&gt; "green"];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40201" y="4135041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["c" =&gt; "blue"];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40201" y="4293691"/>
            <a:ext cx="3815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$z = $x + $y;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Union of arrays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Assignment Operators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3901" y="796826"/>
            <a:ext cx="4222849" cy="3199805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3451" y="1006376"/>
            <a:ext cx="38798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 Operator (?:)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3451" y="1371451"/>
            <a:ext cx="3803749" cy="406301"/>
          </a:xfrm>
          <a:prstGeom prst="roundRect">
            <a:avLst>
              <a:gd name="adj" fmla="val 187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401" y="1498402"/>
            <a:ext cx="3620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condition ? value1 : value2;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3451" y="1917353"/>
            <a:ext cx="3879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condition is true, $x = value1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451" y="2266504"/>
            <a:ext cx="3879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condition is false, $x = value2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451" y="2603004"/>
            <a:ext cx="3803749" cy="834926"/>
          </a:xfrm>
          <a:prstGeom prst="roundRect">
            <a:avLst>
              <a:gd name="adj" fmla="val 91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401" y="2768054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20;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0401" y="2949029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$status = ($age &gt;= 18) ? "Adult" : "Minor";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0401" y="3130004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$status;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"Adult"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7250" y="796826"/>
            <a:ext cx="4222849" cy="3199805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800" y="1006376"/>
            <a:ext cx="38798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Coalescing (??)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6800" y="1371451"/>
            <a:ext cx="3803749" cy="406301"/>
          </a:xfrm>
          <a:prstGeom prst="roundRect">
            <a:avLst>
              <a:gd name="adj" fmla="val 187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03750" y="1498402"/>
            <a:ext cx="3620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$value ?? "default";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6800" y="1917353"/>
            <a:ext cx="3879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$value exists and is not NULL, use 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6800" y="2266504"/>
            <a:ext cx="3879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Otherwise, use "default"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6800" y="2615654"/>
            <a:ext cx="38798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7+ 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6800" y="2952155"/>
            <a:ext cx="3803749" cy="834926"/>
          </a:xfrm>
          <a:prstGeom prst="roundRect">
            <a:avLst>
              <a:gd name="adj" fmla="val 91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3750" y="3117205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$username = $_GET['user'] ?? 'guest';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03750" y="3298180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user param exists, use 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3750" y="3479155"/>
            <a:ext cx="3620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Otherwise, use 'guest'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Operator (PHP 7+)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3901" y="796826"/>
            <a:ext cx="8636198" cy="3717429"/>
          </a:xfrm>
          <a:prstGeom prst="roundRect">
            <a:avLst>
              <a:gd name="adj" fmla="val 341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5949" y="1069777"/>
            <a:ext cx="825210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6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&lt;=&gt;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5949" y="1774627"/>
            <a:ext cx="82521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comparison operator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6852" y="2238077"/>
            <a:ext cx="2595116" cy="707827"/>
          </a:xfrm>
          <a:prstGeom prst="roundRect">
            <a:avLst>
              <a:gd name="adj" fmla="val 10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0390" y="2365028"/>
            <a:ext cx="2388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" y="2666554"/>
            <a:ext cx="2388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$a &lt; $b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4368" y="2238077"/>
            <a:ext cx="2595116" cy="707827"/>
          </a:xfrm>
          <a:prstGeom prst="roundRect">
            <a:avLst>
              <a:gd name="adj" fmla="val 10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7906" y="2365028"/>
            <a:ext cx="2388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7906" y="2666554"/>
            <a:ext cx="2388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$a == $b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1884" y="2238077"/>
            <a:ext cx="2595116" cy="707827"/>
          </a:xfrm>
          <a:prstGeom prst="roundRect">
            <a:avLst>
              <a:gd name="adj" fmla="val 10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5422" y="2365028"/>
            <a:ext cx="2388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5422" y="2666554"/>
            <a:ext cx="2388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$a &gt; $b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6852" y="3136404"/>
            <a:ext cx="8090297" cy="110490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9252" y="3326904"/>
            <a:ext cx="794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5 &lt;=&gt; 10;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-1 (5 is less than 10)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9252" y="3517404"/>
            <a:ext cx="794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10 &lt;=&gt; 10;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(10 equals 10)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252" y="3707904"/>
            <a:ext cx="794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10 &lt;=&gt; 5;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(10 is greater than 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9252" y="3898404"/>
            <a:ext cx="7941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Useful for sorting functions!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152400"/>
            <a:ext cx="90159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52400" y="603200"/>
            <a:ext cx="8839200" cy="2825055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8875" y="739676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075" y="815876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5560" y="853976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90476" y="849213"/>
            <a:ext cx="2098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-- (increment/decrement)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875" y="1165027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075" y="1241227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5560" y="127932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90476" y="1274564"/>
            <a:ext cx="3186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/ % (multiplication, division, modulus)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875" y="1590377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5075" y="1666577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5560" y="1704677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90476" y="1699915"/>
            <a:ext cx="34190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. (addition, subtraction, concatenation)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875" y="2015728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5075" y="2091928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5560" y="2130028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0476" y="2125266"/>
            <a:ext cx="1787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&lt;= &gt; &gt;= == != === !==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875" y="2441079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075" y="2517279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5560" y="2555379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90476" y="2550616"/>
            <a:ext cx="1787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|| (logical AND, OR)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875" y="2866430"/>
            <a:ext cx="8566249" cy="361950"/>
          </a:xfrm>
          <a:prstGeom prst="roundRect">
            <a:avLst>
              <a:gd name="adj" fmla="val 140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075" y="2942630"/>
            <a:ext cx="723900" cy="20955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5560" y="2980730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90476" y="2975967"/>
            <a:ext cx="202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 (assignment)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2400" y="3529757"/>
            <a:ext cx="8839200" cy="447377"/>
          </a:xfrm>
          <a:prstGeom prst="roundRect">
            <a:avLst>
              <a:gd name="adj" fmla="val 17033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9350" y="3682008"/>
            <a:ext cx="8757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parentheses () to control evaluation order!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2090" y="1062335"/>
            <a:ext cx="65796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Operators - Quick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04342" y="1782961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8946" y="1909911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18946" y="2125712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% **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9871" y="1782961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34475" y="1909911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34475" y="2125712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 %=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35401" y="1782961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0004" y="1909911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0004" y="2125712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=== != !== &gt; &lt;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50930" y="1782961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65534" y="1909911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65534" y="2125712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--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04342" y="2538264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18946" y="2665214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18946" y="2881015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|| ! and or xor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9871" y="2538264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34475" y="2665214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4475" y="2881015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.=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35401" y="2538264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50004" y="2665214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0004" y="2881015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== === != !==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50930" y="2538264"/>
            <a:ext cx="1488579" cy="628352"/>
          </a:xfrm>
          <a:prstGeom prst="roundRect">
            <a:avLst>
              <a:gd name="adj" fmla="val 1212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65534" y="2665214"/>
            <a:ext cx="12593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5534" y="2881015"/>
            <a:ext cx="125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 ?? &lt;=&gt;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92573" y="3357116"/>
            <a:ext cx="4158853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06433" y="3547616"/>
            <a:ext cx="3931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== checks value, === checks value AND type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433" y="3738116"/>
            <a:ext cx="3931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parentheses for clarity • &amp;&amp; has higher precedence than ||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Operators - Complete Guide</dc:title>
  <dc:subject>PptxGenJS Presentation</dc:subject>
  <dc:creator>W3Schools PHP Tutorial</dc:creator>
  <cp:lastModifiedBy>W3Schools PHP Tutorial</cp:lastModifiedBy>
  <cp:revision>1</cp:revision>
  <dcterms:created xsi:type="dcterms:W3CDTF">2025-10-03T04:43:44Z</dcterms:created>
  <dcterms:modified xsi:type="dcterms:W3CDTF">2025-10-03T04:43:44Z</dcterms:modified>
</cp:coreProperties>
</file>