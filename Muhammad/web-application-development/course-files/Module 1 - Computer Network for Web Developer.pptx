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Dosis Light"/>
      <p:regular r:id="rId35"/>
      <p:bold r:id="rId36"/>
    </p:embeddedFont>
    <p:embeddedFont>
      <p:font typeface="Dosis"/>
      <p:regular r:id="rId37"/>
      <p:bold r:id="rId38"/>
    </p:embeddedFont>
    <p:embeddedFont>
      <p:font typeface="Titillium Web Light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g9jvwk/EjfjdOUxTqFYu0CkVbL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itilliumWebLight-bold.fntdata"/><Relationship Id="rId20" Type="http://schemas.openxmlformats.org/officeDocument/2006/relationships/slide" Target="slides/slide15.xml"/><Relationship Id="rId42" Type="http://schemas.openxmlformats.org/officeDocument/2006/relationships/font" Target="fonts/TitilliumWebLight-boldItalic.fntdata"/><Relationship Id="rId41" Type="http://schemas.openxmlformats.org/officeDocument/2006/relationships/font" Target="fonts/TitilliumWebLight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DosisLight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Dosis-regular.fntdata"/><Relationship Id="rId14" Type="http://schemas.openxmlformats.org/officeDocument/2006/relationships/slide" Target="slides/slide9.xml"/><Relationship Id="rId36" Type="http://schemas.openxmlformats.org/officeDocument/2006/relationships/font" Target="fonts/DosisLight-bold.fntdata"/><Relationship Id="rId17" Type="http://schemas.openxmlformats.org/officeDocument/2006/relationships/slide" Target="slides/slide12.xml"/><Relationship Id="rId39" Type="http://schemas.openxmlformats.org/officeDocument/2006/relationships/font" Target="fonts/TitilliumWebLight-regular.fntdata"/><Relationship Id="rId16" Type="http://schemas.openxmlformats.org/officeDocument/2006/relationships/slide" Target="slides/slide11.xml"/><Relationship Id="rId38" Type="http://schemas.openxmlformats.org/officeDocument/2006/relationships/font" Target="fonts/Dosi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6" name="Shape 3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7" name="Google Shape;3837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8" name="Google Shape;383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1" name="Shape 3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2" name="Google Shape;384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3" name="Google Shape;38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7" name="Shape 3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8" name="Google Shape;384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9" name="Google Shape;38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4" name="Shape 3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5" name="Google Shape;385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6" name="Google Shape;38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0" name="Shape 3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1" name="Google Shape;386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2" name="Google Shape;38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6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8" name="Google Shape;38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2" name="Shape 3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3" name="Google Shape;387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4" name="Google Shape;38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8" name="Shape 3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9" name="Google Shape;387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0" name="Google Shape;38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4" name="Shape 3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5" name="Google Shape;388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6" name="Google Shape;38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1" name="Shape 3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2" name="Google Shape;392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3" name="Google Shape;39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7" name="Shape 3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8" name="Google Shape;392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9" name="Google Shape;39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3" name="Shape 3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4" name="Google Shape;393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5" name="Google Shape;39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9" name="Shape 3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0" name="Google Shape;394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1" name="Google Shape;39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5" name="Shape 3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6" name="Google Shape;394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7" name="Google Shape;39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1" name="Shape 3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" name="Google Shape;395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3" name="Google Shape;39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7" name="Shape 3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8" name="Google Shape;395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9" name="Google Shape;39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3" name="Shape 3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4" name="Google Shape;396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5" name="Google Shape;39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9" name="Shape 3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0" name="Google Shape;397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1" name="Google Shape;397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5" name="Shape 3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6" name="Google Shape;397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7" name="Google Shape;397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5" name="Shape 3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6" name="Google Shape;398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7" name="Google Shape;39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1" name="Shape 3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2" name="Google Shape;399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3" name="Google Shape;399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7" name="Shape 3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8" name="Google Shape;3998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9" name="Google Shape;399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3" name="Shape 4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4" name="Google Shape;400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5" name="Google Shape;400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9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1" name="Google Shape;401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5" name="Shape 4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6" name="Google Shape;4016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7" name="Google Shape;401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1" name="Shape 4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2" name="Google Shape;4022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3" name="Google Shape;402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7" name="Shape 4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8" name="Google Shape;4028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9" name="Google Shape;402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3" name="Shape 4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" name="Google Shape;4034;g37ce7f7d6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5" name="Google Shape;4035;g37ce7f7d6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9" name="Shape 4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0" name="Google Shape;4040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1" name="Google Shape;404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accent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/>
        </p:txBody>
      </p:sp>
      <p:grpSp>
        <p:nvGrpSpPr>
          <p:cNvPr id="11" name="Google Shape;11;p30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2" name="Google Shape;12;p30"/>
            <p:cNvSpPr/>
            <p:nvPr/>
          </p:nvSpPr>
          <p:spPr>
            <a:xfrm>
              <a:off x="8362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0"/>
            <p:cNvSpPr/>
            <p:nvPr/>
          </p:nvSpPr>
          <p:spPr>
            <a:xfrm>
              <a:off x="8362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0"/>
            <p:cNvSpPr/>
            <p:nvPr/>
          </p:nvSpPr>
          <p:spPr>
            <a:xfrm>
              <a:off x="8362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0"/>
            <p:cNvSpPr/>
            <p:nvPr/>
          </p:nvSpPr>
          <p:spPr>
            <a:xfrm>
              <a:off x="8362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0"/>
            <p:cNvSpPr/>
            <p:nvPr/>
          </p:nvSpPr>
          <p:spPr>
            <a:xfrm>
              <a:off x="8362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0"/>
            <p:cNvSpPr/>
            <p:nvPr/>
          </p:nvSpPr>
          <p:spPr>
            <a:xfrm>
              <a:off x="8362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30"/>
            <p:cNvSpPr/>
            <p:nvPr/>
          </p:nvSpPr>
          <p:spPr>
            <a:xfrm>
              <a:off x="8362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0"/>
            <p:cNvSpPr/>
            <p:nvPr/>
          </p:nvSpPr>
          <p:spPr>
            <a:xfrm>
              <a:off x="8362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0"/>
            <p:cNvSpPr/>
            <p:nvPr/>
          </p:nvSpPr>
          <p:spPr>
            <a:xfrm>
              <a:off x="8362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0"/>
            <p:cNvSpPr/>
            <p:nvPr/>
          </p:nvSpPr>
          <p:spPr>
            <a:xfrm>
              <a:off x="8362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0"/>
            <p:cNvSpPr/>
            <p:nvPr/>
          </p:nvSpPr>
          <p:spPr>
            <a:xfrm>
              <a:off x="8362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0"/>
            <p:cNvSpPr/>
            <p:nvPr/>
          </p:nvSpPr>
          <p:spPr>
            <a:xfrm>
              <a:off x="8362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0"/>
            <p:cNvSpPr/>
            <p:nvPr/>
          </p:nvSpPr>
          <p:spPr>
            <a:xfrm>
              <a:off x="8362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0"/>
            <p:cNvSpPr/>
            <p:nvPr/>
          </p:nvSpPr>
          <p:spPr>
            <a:xfrm>
              <a:off x="8362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0"/>
            <p:cNvSpPr/>
            <p:nvPr/>
          </p:nvSpPr>
          <p:spPr>
            <a:xfrm>
              <a:off x="8362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0"/>
            <p:cNvSpPr/>
            <p:nvPr/>
          </p:nvSpPr>
          <p:spPr>
            <a:xfrm>
              <a:off x="8362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0"/>
            <p:cNvSpPr/>
            <p:nvPr/>
          </p:nvSpPr>
          <p:spPr>
            <a:xfrm>
              <a:off x="8362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0"/>
            <p:cNvSpPr/>
            <p:nvPr/>
          </p:nvSpPr>
          <p:spPr>
            <a:xfrm>
              <a:off x="8362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0"/>
            <p:cNvSpPr/>
            <p:nvPr/>
          </p:nvSpPr>
          <p:spPr>
            <a:xfrm>
              <a:off x="8362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0"/>
            <p:cNvSpPr/>
            <p:nvPr/>
          </p:nvSpPr>
          <p:spPr>
            <a:xfrm>
              <a:off x="8362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0"/>
            <p:cNvSpPr/>
            <p:nvPr/>
          </p:nvSpPr>
          <p:spPr>
            <a:xfrm>
              <a:off x="8362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0"/>
            <p:cNvSpPr/>
            <p:nvPr/>
          </p:nvSpPr>
          <p:spPr>
            <a:xfrm>
              <a:off x="8362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0"/>
            <p:cNvSpPr/>
            <p:nvPr/>
          </p:nvSpPr>
          <p:spPr>
            <a:xfrm>
              <a:off x="8362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0"/>
            <p:cNvSpPr/>
            <p:nvPr/>
          </p:nvSpPr>
          <p:spPr>
            <a:xfrm>
              <a:off x="8362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0"/>
            <p:cNvSpPr/>
            <p:nvPr/>
          </p:nvSpPr>
          <p:spPr>
            <a:xfrm>
              <a:off x="8362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0"/>
            <p:cNvSpPr/>
            <p:nvPr/>
          </p:nvSpPr>
          <p:spPr>
            <a:xfrm>
              <a:off x="8362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0"/>
            <p:cNvSpPr/>
            <p:nvPr/>
          </p:nvSpPr>
          <p:spPr>
            <a:xfrm>
              <a:off x="8362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0"/>
            <p:cNvSpPr/>
            <p:nvPr/>
          </p:nvSpPr>
          <p:spPr>
            <a:xfrm>
              <a:off x="8362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0"/>
            <p:cNvSpPr/>
            <p:nvPr/>
          </p:nvSpPr>
          <p:spPr>
            <a:xfrm>
              <a:off x="8362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0"/>
            <p:cNvSpPr/>
            <p:nvPr/>
          </p:nvSpPr>
          <p:spPr>
            <a:xfrm>
              <a:off x="8362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0"/>
            <p:cNvSpPr/>
            <p:nvPr/>
          </p:nvSpPr>
          <p:spPr>
            <a:xfrm>
              <a:off x="8362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0"/>
            <p:cNvSpPr/>
            <p:nvPr/>
          </p:nvSpPr>
          <p:spPr>
            <a:xfrm>
              <a:off x="8362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0"/>
            <p:cNvSpPr/>
            <p:nvPr/>
          </p:nvSpPr>
          <p:spPr>
            <a:xfrm>
              <a:off x="8362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0"/>
            <p:cNvSpPr/>
            <p:nvPr/>
          </p:nvSpPr>
          <p:spPr>
            <a:xfrm>
              <a:off x="8362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0"/>
            <p:cNvSpPr/>
            <p:nvPr/>
          </p:nvSpPr>
          <p:spPr>
            <a:xfrm>
              <a:off x="8362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0"/>
            <p:cNvSpPr/>
            <p:nvPr/>
          </p:nvSpPr>
          <p:spPr>
            <a:xfrm>
              <a:off x="9867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0"/>
            <p:cNvSpPr/>
            <p:nvPr/>
          </p:nvSpPr>
          <p:spPr>
            <a:xfrm>
              <a:off x="9867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0"/>
            <p:cNvSpPr/>
            <p:nvPr/>
          </p:nvSpPr>
          <p:spPr>
            <a:xfrm>
              <a:off x="9867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30"/>
            <p:cNvSpPr/>
            <p:nvPr/>
          </p:nvSpPr>
          <p:spPr>
            <a:xfrm>
              <a:off x="9867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0"/>
            <p:cNvSpPr/>
            <p:nvPr/>
          </p:nvSpPr>
          <p:spPr>
            <a:xfrm>
              <a:off x="9867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0"/>
            <p:cNvSpPr/>
            <p:nvPr/>
          </p:nvSpPr>
          <p:spPr>
            <a:xfrm>
              <a:off x="9867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0"/>
            <p:cNvSpPr/>
            <p:nvPr/>
          </p:nvSpPr>
          <p:spPr>
            <a:xfrm>
              <a:off x="9867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30"/>
            <p:cNvSpPr/>
            <p:nvPr/>
          </p:nvSpPr>
          <p:spPr>
            <a:xfrm>
              <a:off x="9867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0"/>
            <p:cNvSpPr/>
            <p:nvPr/>
          </p:nvSpPr>
          <p:spPr>
            <a:xfrm>
              <a:off x="9867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0"/>
            <p:cNvSpPr/>
            <p:nvPr/>
          </p:nvSpPr>
          <p:spPr>
            <a:xfrm>
              <a:off x="9867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30"/>
            <p:cNvSpPr/>
            <p:nvPr/>
          </p:nvSpPr>
          <p:spPr>
            <a:xfrm>
              <a:off x="9867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0"/>
            <p:cNvSpPr/>
            <p:nvPr/>
          </p:nvSpPr>
          <p:spPr>
            <a:xfrm>
              <a:off x="9867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0"/>
            <p:cNvSpPr/>
            <p:nvPr/>
          </p:nvSpPr>
          <p:spPr>
            <a:xfrm>
              <a:off x="9867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0"/>
            <p:cNvSpPr/>
            <p:nvPr/>
          </p:nvSpPr>
          <p:spPr>
            <a:xfrm>
              <a:off x="9867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0"/>
            <p:cNvSpPr/>
            <p:nvPr/>
          </p:nvSpPr>
          <p:spPr>
            <a:xfrm>
              <a:off x="9867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0"/>
            <p:cNvSpPr/>
            <p:nvPr/>
          </p:nvSpPr>
          <p:spPr>
            <a:xfrm>
              <a:off x="9867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30"/>
            <p:cNvSpPr/>
            <p:nvPr/>
          </p:nvSpPr>
          <p:spPr>
            <a:xfrm>
              <a:off x="9867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0"/>
            <p:cNvSpPr/>
            <p:nvPr/>
          </p:nvSpPr>
          <p:spPr>
            <a:xfrm>
              <a:off x="9867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0"/>
            <p:cNvSpPr/>
            <p:nvPr/>
          </p:nvSpPr>
          <p:spPr>
            <a:xfrm>
              <a:off x="9867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0"/>
            <p:cNvSpPr/>
            <p:nvPr/>
          </p:nvSpPr>
          <p:spPr>
            <a:xfrm>
              <a:off x="9867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0"/>
            <p:cNvSpPr/>
            <p:nvPr/>
          </p:nvSpPr>
          <p:spPr>
            <a:xfrm>
              <a:off x="9867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0"/>
            <p:cNvSpPr/>
            <p:nvPr/>
          </p:nvSpPr>
          <p:spPr>
            <a:xfrm>
              <a:off x="9867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0"/>
            <p:cNvSpPr/>
            <p:nvPr/>
          </p:nvSpPr>
          <p:spPr>
            <a:xfrm>
              <a:off x="9867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0"/>
            <p:cNvSpPr/>
            <p:nvPr/>
          </p:nvSpPr>
          <p:spPr>
            <a:xfrm>
              <a:off x="11372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0"/>
            <p:cNvSpPr/>
            <p:nvPr/>
          </p:nvSpPr>
          <p:spPr>
            <a:xfrm>
              <a:off x="11372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0"/>
            <p:cNvSpPr/>
            <p:nvPr/>
          </p:nvSpPr>
          <p:spPr>
            <a:xfrm>
              <a:off x="11372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0"/>
            <p:cNvSpPr/>
            <p:nvPr/>
          </p:nvSpPr>
          <p:spPr>
            <a:xfrm>
              <a:off x="11372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0"/>
            <p:cNvSpPr/>
            <p:nvPr/>
          </p:nvSpPr>
          <p:spPr>
            <a:xfrm>
              <a:off x="11372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0"/>
            <p:cNvSpPr/>
            <p:nvPr/>
          </p:nvSpPr>
          <p:spPr>
            <a:xfrm>
              <a:off x="11372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0"/>
            <p:cNvSpPr/>
            <p:nvPr/>
          </p:nvSpPr>
          <p:spPr>
            <a:xfrm>
              <a:off x="11372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0"/>
            <p:cNvSpPr/>
            <p:nvPr/>
          </p:nvSpPr>
          <p:spPr>
            <a:xfrm>
              <a:off x="11372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0"/>
            <p:cNvSpPr/>
            <p:nvPr/>
          </p:nvSpPr>
          <p:spPr>
            <a:xfrm>
              <a:off x="11372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0"/>
            <p:cNvSpPr/>
            <p:nvPr/>
          </p:nvSpPr>
          <p:spPr>
            <a:xfrm>
              <a:off x="11372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0"/>
            <p:cNvSpPr/>
            <p:nvPr/>
          </p:nvSpPr>
          <p:spPr>
            <a:xfrm>
              <a:off x="11372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0"/>
            <p:cNvSpPr/>
            <p:nvPr/>
          </p:nvSpPr>
          <p:spPr>
            <a:xfrm>
              <a:off x="11372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0"/>
            <p:cNvSpPr/>
            <p:nvPr/>
          </p:nvSpPr>
          <p:spPr>
            <a:xfrm>
              <a:off x="11372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0"/>
            <p:cNvSpPr/>
            <p:nvPr/>
          </p:nvSpPr>
          <p:spPr>
            <a:xfrm>
              <a:off x="11372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0"/>
            <p:cNvSpPr/>
            <p:nvPr/>
          </p:nvSpPr>
          <p:spPr>
            <a:xfrm>
              <a:off x="11372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0"/>
            <p:cNvSpPr/>
            <p:nvPr/>
          </p:nvSpPr>
          <p:spPr>
            <a:xfrm>
              <a:off x="11372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0"/>
            <p:cNvSpPr/>
            <p:nvPr/>
          </p:nvSpPr>
          <p:spPr>
            <a:xfrm>
              <a:off x="11372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30"/>
            <p:cNvSpPr/>
            <p:nvPr/>
          </p:nvSpPr>
          <p:spPr>
            <a:xfrm>
              <a:off x="11372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0"/>
            <p:cNvSpPr/>
            <p:nvPr/>
          </p:nvSpPr>
          <p:spPr>
            <a:xfrm>
              <a:off x="11372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0"/>
            <p:cNvSpPr/>
            <p:nvPr/>
          </p:nvSpPr>
          <p:spPr>
            <a:xfrm>
              <a:off x="11372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30"/>
            <p:cNvSpPr/>
            <p:nvPr/>
          </p:nvSpPr>
          <p:spPr>
            <a:xfrm>
              <a:off x="11372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30"/>
            <p:cNvSpPr/>
            <p:nvPr/>
          </p:nvSpPr>
          <p:spPr>
            <a:xfrm>
              <a:off x="11372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" name="Google Shape;92;p30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93" name="Google Shape;93;p30"/>
            <p:cNvSpPr/>
            <p:nvPr/>
          </p:nvSpPr>
          <p:spPr>
            <a:xfrm>
              <a:off x="9867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0"/>
            <p:cNvSpPr/>
            <p:nvPr/>
          </p:nvSpPr>
          <p:spPr>
            <a:xfrm>
              <a:off x="9867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0"/>
            <p:cNvSpPr/>
            <p:nvPr/>
          </p:nvSpPr>
          <p:spPr>
            <a:xfrm>
              <a:off x="9867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0"/>
            <p:cNvSpPr/>
            <p:nvPr/>
          </p:nvSpPr>
          <p:spPr>
            <a:xfrm>
              <a:off x="9867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0"/>
            <p:cNvSpPr/>
            <p:nvPr/>
          </p:nvSpPr>
          <p:spPr>
            <a:xfrm>
              <a:off x="9867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0"/>
            <p:cNvSpPr/>
            <p:nvPr/>
          </p:nvSpPr>
          <p:spPr>
            <a:xfrm>
              <a:off x="9867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0"/>
            <p:cNvSpPr/>
            <p:nvPr/>
          </p:nvSpPr>
          <p:spPr>
            <a:xfrm>
              <a:off x="9867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0"/>
            <p:cNvSpPr/>
            <p:nvPr/>
          </p:nvSpPr>
          <p:spPr>
            <a:xfrm>
              <a:off x="9867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0"/>
            <p:cNvSpPr/>
            <p:nvPr/>
          </p:nvSpPr>
          <p:spPr>
            <a:xfrm>
              <a:off x="9867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0"/>
            <p:cNvSpPr/>
            <p:nvPr/>
          </p:nvSpPr>
          <p:spPr>
            <a:xfrm>
              <a:off x="9867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0"/>
            <p:cNvSpPr/>
            <p:nvPr/>
          </p:nvSpPr>
          <p:spPr>
            <a:xfrm>
              <a:off x="9867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0"/>
            <p:cNvSpPr/>
            <p:nvPr/>
          </p:nvSpPr>
          <p:spPr>
            <a:xfrm>
              <a:off x="9867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0"/>
            <p:cNvSpPr/>
            <p:nvPr/>
          </p:nvSpPr>
          <p:spPr>
            <a:xfrm>
              <a:off x="11372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0"/>
            <p:cNvSpPr/>
            <p:nvPr/>
          </p:nvSpPr>
          <p:spPr>
            <a:xfrm>
              <a:off x="11372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0"/>
            <p:cNvSpPr/>
            <p:nvPr/>
          </p:nvSpPr>
          <p:spPr>
            <a:xfrm>
              <a:off x="11372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0"/>
            <p:cNvSpPr/>
            <p:nvPr/>
          </p:nvSpPr>
          <p:spPr>
            <a:xfrm>
              <a:off x="11372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0"/>
            <p:cNvSpPr/>
            <p:nvPr/>
          </p:nvSpPr>
          <p:spPr>
            <a:xfrm>
              <a:off x="11372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0"/>
            <p:cNvSpPr/>
            <p:nvPr/>
          </p:nvSpPr>
          <p:spPr>
            <a:xfrm>
              <a:off x="11372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0"/>
            <p:cNvSpPr/>
            <p:nvPr/>
          </p:nvSpPr>
          <p:spPr>
            <a:xfrm>
              <a:off x="11372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0"/>
            <p:cNvSpPr/>
            <p:nvPr/>
          </p:nvSpPr>
          <p:spPr>
            <a:xfrm>
              <a:off x="11372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0"/>
            <p:cNvSpPr/>
            <p:nvPr/>
          </p:nvSpPr>
          <p:spPr>
            <a:xfrm>
              <a:off x="11372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0"/>
            <p:cNvSpPr/>
            <p:nvPr/>
          </p:nvSpPr>
          <p:spPr>
            <a:xfrm>
              <a:off x="11372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0"/>
            <p:cNvSpPr/>
            <p:nvPr/>
          </p:nvSpPr>
          <p:spPr>
            <a:xfrm>
              <a:off x="11372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0"/>
            <p:cNvSpPr/>
            <p:nvPr/>
          </p:nvSpPr>
          <p:spPr>
            <a:xfrm>
              <a:off x="11372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0"/>
            <p:cNvSpPr/>
            <p:nvPr/>
          </p:nvSpPr>
          <p:spPr>
            <a:xfrm>
              <a:off x="11372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0"/>
            <p:cNvSpPr/>
            <p:nvPr/>
          </p:nvSpPr>
          <p:spPr>
            <a:xfrm>
              <a:off x="12877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0"/>
            <p:cNvSpPr/>
            <p:nvPr/>
          </p:nvSpPr>
          <p:spPr>
            <a:xfrm>
              <a:off x="12877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0"/>
            <p:cNvSpPr/>
            <p:nvPr/>
          </p:nvSpPr>
          <p:spPr>
            <a:xfrm>
              <a:off x="12877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0"/>
            <p:cNvSpPr/>
            <p:nvPr/>
          </p:nvSpPr>
          <p:spPr>
            <a:xfrm>
              <a:off x="12877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0"/>
            <p:cNvSpPr/>
            <p:nvPr/>
          </p:nvSpPr>
          <p:spPr>
            <a:xfrm>
              <a:off x="12877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0"/>
            <p:cNvSpPr/>
            <p:nvPr/>
          </p:nvSpPr>
          <p:spPr>
            <a:xfrm>
              <a:off x="12877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0"/>
            <p:cNvSpPr/>
            <p:nvPr/>
          </p:nvSpPr>
          <p:spPr>
            <a:xfrm>
              <a:off x="12877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0"/>
            <p:cNvSpPr/>
            <p:nvPr/>
          </p:nvSpPr>
          <p:spPr>
            <a:xfrm>
              <a:off x="12877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0"/>
            <p:cNvSpPr/>
            <p:nvPr/>
          </p:nvSpPr>
          <p:spPr>
            <a:xfrm>
              <a:off x="12877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0"/>
            <p:cNvSpPr/>
            <p:nvPr/>
          </p:nvSpPr>
          <p:spPr>
            <a:xfrm>
              <a:off x="12877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0"/>
            <p:cNvSpPr/>
            <p:nvPr/>
          </p:nvSpPr>
          <p:spPr>
            <a:xfrm>
              <a:off x="12877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0"/>
            <p:cNvSpPr/>
            <p:nvPr/>
          </p:nvSpPr>
          <p:spPr>
            <a:xfrm>
              <a:off x="12877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0"/>
            <p:cNvSpPr/>
            <p:nvPr/>
          </p:nvSpPr>
          <p:spPr>
            <a:xfrm>
              <a:off x="12877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0"/>
            <p:cNvSpPr/>
            <p:nvPr/>
          </p:nvSpPr>
          <p:spPr>
            <a:xfrm>
              <a:off x="12877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0"/>
            <p:cNvSpPr/>
            <p:nvPr/>
          </p:nvSpPr>
          <p:spPr>
            <a:xfrm>
              <a:off x="12877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0"/>
            <p:cNvSpPr/>
            <p:nvPr/>
          </p:nvSpPr>
          <p:spPr>
            <a:xfrm>
              <a:off x="12877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0"/>
            <p:cNvSpPr/>
            <p:nvPr/>
          </p:nvSpPr>
          <p:spPr>
            <a:xfrm>
              <a:off x="12877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30"/>
            <p:cNvSpPr/>
            <p:nvPr/>
          </p:nvSpPr>
          <p:spPr>
            <a:xfrm>
              <a:off x="12877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30"/>
            <p:cNvSpPr/>
            <p:nvPr/>
          </p:nvSpPr>
          <p:spPr>
            <a:xfrm>
              <a:off x="12877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30"/>
            <p:cNvSpPr/>
            <p:nvPr/>
          </p:nvSpPr>
          <p:spPr>
            <a:xfrm>
              <a:off x="12877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0"/>
            <p:cNvSpPr/>
            <p:nvPr/>
          </p:nvSpPr>
          <p:spPr>
            <a:xfrm>
              <a:off x="14382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30"/>
            <p:cNvSpPr/>
            <p:nvPr/>
          </p:nvSpPr>
          <p:spPr>
            <a:xfrm>
              <a:off x="14382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30"/>
            <p:cNvSpPr/>
            <p:nvPr/>
          </p:nvSpPr>
          <p:spPr>
            <a:xfrm>
              <a:off x="14382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30"/>
            <p:cNvSpPr/>
            <p:nvPr/>
          </p:nvSpPr>
          <p:spPr>
            <a:xfrm>
              <a:off x="14382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0"/>
            <p:cNvSpPr/>
            <p:nvPr/>
          </p:nvSpPr>
          <p:spPr>
            <a:xfrm>
              <a:off x="14382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0"/>
            <p:cNvSpPr/>
            <p:nvPr/>
          </p:nvSpPr>
          <p:spPr>
            <a:xfrm>
              <a:off x="14382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0"/>
            <p:cNvSpPr/>
            <p:nvPr/>
          </p:nvSpPr>
          <p:spPr>
            <a:xfrm>
              <a:off x="14382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30"/>
            <p:cNvSpPr/>
            <p:nvPr/>
          </p:nvSpPr>
          <p:spPr>
            <a:xfrm>
              <a:off x="14382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30"/>
            <p:cNvSpPr/>
            <p:nvPr/>
          </p:nvSpPr>
          <p:spPr>
            <a:xfrm>
              <a:off x="14382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30"/>
            <p:cNvSpPr/>
            <p:nvPr/>
          </p:nvSpPr>
          <p:spPr>
            <a:xfrm>
              <a:off x="14382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0"/>
            <p:cNvSpPr/>
            <p:nvPr/>
          </p:nvSpPr>
          <p:spPr>
            <a:xfrm>
              <a:off x="14382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0"/>
            <p:cNvSpPr/>
            <p:nvPr/>
          </p:nvSpPr>
          <p:spPr>
            <a:xfrm>
              <a:off x="14382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0"/>
            <p:cNvSpPr/>
            <p:nvPr/>
          </p:nvSpPr>
          <p:spPr>
            <a:xfrm>
              <a:off x="14382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0"/>
            <p:cNvSpPr/>
            <p:nvPr/>
          </p:nvSpPr>
          <p:spPr>
            <a:xfrm>
              <a:off x="14382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0"/>
            <p:cNvSpPr/>
            <p:nvPr/>
          </p:nvSpPr>
          <p:spPr>
            <a:xfrm>
              <a:off x="14382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0"/>
            <p:cNvSpPr/>
            <p:nvPr/>
          </p:nvSpPr>
          <p:spPr>
            <a:xfrm>
              <a:off x="14382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30"/>
            <p:cNvSpPr/>
            <p:nvPr/>
          </p:nvSpPr>
          <p:spPr>
            <a:xfrm>
              <a:off x="14382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30"/>
            <p:cNvSpPr/>
            <p:nvPr/>
          </p:nvSpPr>
          <p:spPr>
            <a:xfrm>
              <a:off x="14382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30"/>
            <p:cNvSpPr/>
            <p:nvPr/>
          </p:nvSpPr>
          <p:spPr>
            <a:xfrm>
              <a:off x="14382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0"/>
            <p:cNvSpPr/>
            <p:nvPr/>
          </p:nvSpPr>
          <p:spPr>
            <a:xfrm>
              <a:off x="14382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30"/>
            <p:cNvSpPr/>
            <p:nvPr/>
          </p:nvSpPr>
          <p:spPr>
            <a:xfrm>
              <a:off x="14382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30"/>
            <p:cNvSpPr/>
            <p:nvPr/>
          </p:nvSpPr>
          <p:spPr>
            <a:xfrm>
              <a:off x="14382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30"/>
            <p:cNvSpPr/>
            <p:nvPr/>
          </p:nvSpPr>
          <p:spPr>
            <a:xfrm>
              <a:off x="14382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30"/>
            <p:cNvSpPr/>
            <p:nvPr/>
          </p:nvSpPr>
          <p:spPr>
            <a:xfrm>
              <a:off x="14382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30"/>
            <p:cNvSpPr/>
            <p:nvPr/>
          </p:nvSpPr>
          <p:spPr>
            <a:xfrm>
              <a:off x="14382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0"/>
            <p:cNvSpPr/>
            <p:nvPr/>
          </p:nvSpPr>
          <p:spPr>
            <a:xfrm>
              <a:off x="14382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0"/>
            <p:cNvSpPr/>
            <p:nvPr/>
          </p:nvSpPr>
          <p:spPr>
            <a:xfrm>
              <a:off x="14382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0"/>
            <p:cNvSpPr/>
            <p:nvPr/>
          </p:nvSpPr>
          <p:spPr>
            <a:xfrm>
              <a:off x="14382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0"/>
            <p:cNvSpPr/>
            <p:nvPr/>
          </p:nvSpPr>
          <p:spPr>
            <a:xfrm>
              <a:off x="14382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0"/>
            <p:cNvSpPr/>
            <p:nvPr/>
          </p:nvSpPr>
          <p:spPr>
            <a:xfrm>
              <a:off x="14382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0"/>
            <p:cNvSpPr/>
            <p:nvPr/>
          </p:nvSpPr>
          <p:spPr>
            <a:xfrm>
              <a:off x="14382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0"/>
            <p:cNvSpPr/>
            <p:nvPr/>
          </p:nvSpPr>
          <p:spPr>
            <a:xfrm>
              <a:off x="15887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0"/>
            <p:cNvSpPr/>
            <p:nvPr/>
          </p:nvSpPr>
          <p:spPr>
            <a:xfrm>
              <a:off x="15887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0"/>
            <p:cNvSpPr/>
            <p:nvPr/>
          </p:nvSpPr>
          <p:spPr>
            <a:xfrm>
              <a:off x="15887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0"/>
            <p:cNvSpPr/>
            <p:nvPr/>
          </p:nvSpPr>
          <p:spPr>
            <a:xfrm>
              <a:off x="15887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0"/>
            <p:cNvSpPr/>
            <p:nvPr/>
          </p:nvSpPr>
          <p:spPr>
            <a:xfrm>
              <a:off x="15887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0"/>
            <p:cNvSpPr/>
            <p:nvPr/>
          </p:nvSpPr>
          <p:spPr>
            <a:xfrm>
              <a:off x="15887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0"/>
            <p:cNvSpPr/>
            <p:nvPr/>
          </p:nvSpPr>
          <p:spPr>
            <a:xfrm>
              <a:off x="15887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0"/>
            <p:cNvSpPr/>
            <p:nvPr/>
          </p:nvSpPr>
          <p:spPr>
            <a:xfrm>
              <a:off x="15887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30"/>
            <p:cNvSpPr/>
            <p:nvPr/>
          </p:nvSpPr>
          <p:spPr>
            <a:xfrm>
              <a:off x="15887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30"/>
            <p:cNvSpPr/>
            <p:nvPr/>
          </p:nvSpPr>
          <p:spPr>
            <a:xfrm>
              <a:off x="15887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0"/>
            <p:cNvSpPr/>
            <p:nvPr/>
          </p:nvSpPr>
          <p:spPr>
            <a:xfrm>
              <a:off x="15887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30"/>
            <p:cNvSpPr/>
            <p:nvPr/>
          </p:nvSpPr>
          <p:spPr>
            <a:xfrm>
              <a:off x="15887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30"/>
            <p:cNvSpPr/>
            <p:nvPr/>
          </p:nvSpPr>
          <p:spPr>
            <a:xfrm>
              <a:off x="15887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0"/>
            <p:cNvSpPr/>
            <p:nvPr/>
          </p:nvSpPr>
          <p:spPr>
            <a:xfrm>
              <a:off x="15887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0"/>
            <p:cNvSpPr/>
            <p:nvPr/>
          </p:nvSpPr>
          <p:spPr>
            <a:xfrm>
              <a:off x="15887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0"/>
            <p:cNvSpPr/>
            <p:nvPr/>
          </p:nvSpPr>
          <p:spPr>
            <a:xfrm>
              <a:off x="15887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0"/>
            <p:cNvSpPr/>
            <p:nvPr/>
          </p:nvSpPr>
          <p:spPr>
            <a:xfrm>
              <a:off x="15887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0"/>
            <p:cNvSpPr/>
            <p:nvPr/>
          </p:nvSpPr>
          <p:spPr>
            <a:xfrm>
              <a:off x="15887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0"/>
            <p:cNvSpPr/>
            <p:nvPr/>
          </p:nvSpPr>
          <p:spPr>
            <a:xfrm>
              <a:off x="15887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0"/>
            <p:cNvSpPr/>
            <p:nvPr/>
          </p:nvSpPr>
          <p:spPr>
            <a:xfrm>
              <a:off x="17392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0"/>
            <p:cNvSpPr/>
            <p:nvPr/>
          </p:nvSpPr>
          <p:spPr>
            <a:xfrm>
              <a:off x="17392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0"/>
            <p:cNvSpPr/>
            <p:nvPr/>
          </p:nvSpPr>
          <p:spPr>
            <a:xfrm>
              <a:off x="17392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0"/>
            <p:cNvSpPr/>
            <p:nvPr/>
          </p:nvSpPr>
          <p:spPr>
            <a:xfrm>
              <a:off x="17392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30"/>
            <p:cNvSpPr/>
            <p:nvPr/>
          </p:nvSpPr>
          <p:spPr>
            <a:xfrm>
              <a:off x="17392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30"/>
            <p:cNvSpPr/>
            <p:nvPr/>
          </p:nvSpPr>
          <p:spPr>
            <a:xfrm>
              <a:off x="17392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0"/>
            <p:cNvSpPr/>
            <p:nvPr/>
          </p:nvSpPr>
          <p:spPr>
            <a:xfrm>
              <a:off x="17392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30"/>
            <p:cNvSpPr/>
            <p:nvPr/>
          </p:nvSpPr>
          <p:spPr>
            <a:xfrm>
              <a:off x="17392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30"/>
            <p:cNvSpPr/>
            <p:nvPr/>
          </p:nvSpPr>
          <p:spPr>
            <a:xfrm>
              <a:off x="17392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0"/>
            <p:cNvSpPr/>
            <p:nvPr/>
          </p:nvSpPr>
          <p:spPr>
            <a:xfrm>
              <a:off x="17392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0"/>
            <p:cNvSpPr/>
            <p:nvPr/>
          </p:nvSpPr>
          <p:spPr>
            <a:xfrm>
              <a:off x="17392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0"/>
            <p:cNvSpPr/>
            <p:nvPr/>
          </p:nvSpPr>
          <p:spPr>
            <a:xfrm>
              <a:off x="188975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0"/>
            <p:cNvSpPr/>
            <p:nvPr/>
          </p:nvSpPr>
          <p:spPr>
            <a:xfrm>
              <a:off x="188975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0"/>
            <p:cNvSpPr/>
            <p:nvPr/>
          </p:nvSpPr>
          <p:spPr>
            <a:xfrm>
              <a:off x="188975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0"/>
            <p:cNvSpPr/>
            <p:nvPr/>
          </p:nvSpPr>
          <p:spPr>
            <a:xfrm>
              <a:off x="188975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30"/>
            <p:cNvSpPr/>
            <p:nvPr/>
          </p:nvSpPr>
          <p:spPr>
            <a:xfrm>
              <a:off x="188975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0"/>
            <p:cNvSpPr/>
            <p:nvPr/>
          </p:nvSpPr>
          <p:spPr>
            <a:xfrm>
              <a:off x="20402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0"/>
            <p:cNvSpPr/>
            <p:nvPr/>
          </p:nvSpPr>
          <p:spPr>
            <a:xfrm>
              <a:off x="20402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30"/>
            <p:cNvSpPr/>
            <p:nvPr/>
          </p:nvSpPr>
          <p:spPr>
            <a:xfrm>
              <a:off x="20402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0"/>
            <p:cNvSpPr/>
            <p:nvPr/>
          </p:nvSpPr>
          <p:spPr>
            <a:xfrm>
              <a:off x="21907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0"/>
            <p:cNvSpPr/>
            <p:nvPr/>
          </p:nvSpPr>
          <p:spPr>
            <a:xfrm>
              <a:off x="23413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0"/>
            <p:cNvSpPr/>
            <p:nvPr/>
          </p:nvSpPr>
          <p:spPr>
            <a:xfrm>
              <a:off x="2642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0"/>
            <p:cNvSpPr/>
            <p:nvPr/>
          </p:nvSpPr>
          <p:spPr>
            <a:xfrm>
              <a:off x="2642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0"/>
            <p:cNvSpPr/>
            <p:nvPr/>
          </p:nvSpPr>
          <p:spPr>
            <a:xfrm>
              <a:off x="324435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30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13" name="Google Shape;213;p30"/>
            <p:cNvSpPr/>
            <p:nvPr/>
          </p:nvSpPr>
          <p:spPr>
            <a:xfrm>
              <a:off x="15887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0"/>
            <p:cNvSpPr/>
            <p:nvPr/>
          </p:nvSpPr>
          <p:spPr>
            <a:xfrm>
              <a:off x="15887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0"/>
            <p:cNvSpPr/>
            <p:nvPr/>
          </p:nvSpPr>
          <p:spPr>
            <a:xfrm>
              <a:off x="15887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0"/>
            <p:cNvSpPr/>
            <p:nvPr/>
          </p:nvSpPr>
          <p:spPr>
            <a:xfrm>
              <a:off x="15887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0"/>
            <p:cNvSpPr/>
            <p:nvPr/>
          </p:nvSpPr>
          <p:spPr>
            <a:xfrm>
              <a:off x="15887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30"/>
            <p:cNvSpPr/>
            <p:nvPr/>
          </p:nvSpPr>
          <p:spPr>
            <a:xfrm>
              <a:off x="15887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0"/>
            <p:cNvSpPr/>
            <p:nvPr/>
          </p:nvSpPr>
          <p:spPr>
            <a:xfrm>
              <a:off x="17392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0"/>
            <p:cNvSpPr/>
            <p:nvPr/>
          </p:nvSpPr>
          <p:spPr>
            <a:xfrm>
              <a:off x="17392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30"/>
            <p:cNvSpPr/>
            <p:nvPr/>
          </p:nvSpPr>
          <p:spPr>
            <a:xfrm>
              <a:off x="17392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30"/>
            <p:cNvSpPr/>
            <p:nvPr/>
          </p:nvSpPr>
          <p:spPr>
            <a:xfrm>
              <a:off x="17392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30"/>
            <p:cNvSpPr/>
            <p:nvPr/>
          </p:nvSpPr>
          <p:spPr>
            <a:xfrm>
              <a:off x="17392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0"/>
            <p:cNvSpPr/>
            <p:nvPr/>
          </p:nvSpPr>
          <p:spPr>
            <a:xfrm>
              <a:off x="17392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30"/>
            <p:cNvSpPr/>
            <p:nvPr/>
          </p:nvSpPr>
          <p:spPr>
            <a:xfrm>
              <a:off x="17392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0"/>
            <p:cNvSpPr/>
            <p:nvPr/>
          </p:nvSpPr>
          <p:spPr>
            <a:xfrm>
              <a:off x="188975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0"/>
            <p:cNvSpPr/>
            <p:nvPr/>
          </p:nvSpPr>
          <p:spPr>
            <a:xfrm>
              <a:off x="188975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30"/>
            <p:cNvSpPr/>
            <p:nvPr/>
          </p:nvSpPr>
          <p:spPr>
            <a:xfrm>
              <a:off x="188975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30"/>
            <p:cNvSpPr/>
            <p:nvPr/>
          </p:nvSpPr>
          <p:spPr>
            <a:xfrm>
              <a:off x="188975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30"/>
            <p:cNvSpPr/>
            <p:nvPr/>
          </p:nvSpPr>
          <p:spPr>
            <a:xfrm>
              <a:off x="188975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30"/>
            <p:cNvSpPr/>
            <p:nvPr/>
          </p:nvSpPr>
          <p:spPr>
            <a:xfrm>
              <a:off x="188975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30"/>
            <p:cNvSpPr/>
            <p:nvPr/>
          </p:nvSpPr>
          <p:spPr>
            <a:xfrm>
              <a:off x="188975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30"/>
            <p:cNvSpPr/>
            <p:nvPr/>
          </p:nvSpPr>
          <p:spPr>
            <a:xfrm>
              <a:off x="188975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30"/>
            <p:cNvSpPr/>
            <p:nvPr/>
          </p:nvSpPr>
          <p:spPr>
            <a:xfrm>
              <a:off x="188975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30"/>
            <p:cNvSpPr/>
            <p:nvPr/>
          </p:nvSpPr>
          <p:spPr>
            <a:xfrm>
              <a:off x="188975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0"/>
            <p:cNvSpPr/>
            <p:nvPr/>
          </p:nvSpPr>
          <p:spPr>
            <a:xfrm>
              <a:off x="188975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0"/>
            <p:cNvSpPr/>
            <p:nvPr/>
          </p:nvSpPr>
          <p:spPr>
            <a:xfrm>
              <a:off x="188975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30"/>
            <p:cNvSpPr/>
            <p:nvPr/>
          </p:nvSpPr>
          <p:spPr>
            <a:xfrm>
              <a:off x="188975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0"/>
            <p:cNvSpPr/>
            <p:nvPr/>
          </p:nvSpPr>
          <p:spPr>
            <a:xfrm>
              <a:off x="188975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30"/>
            <p:cNvSpPr/>
            <p:nvPr/>
          </p:nvSpPr>
          <p:spPr>
            <a:xfrm>
              <a:off x="188975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30"/>
            <p:cNvSpPr/>
            <p:nvPr/>
          </p:nvSpPr>
          <p:spPr>
            <a:xfrm>
              <a:off x="188975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0"/>
            <p:cNvSpPr/>
            <p:nvPr/>
          </p:nvSpPr>
          <p:spPr>
            <a:xfrm>
              <a:off x="188975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30"/>
            <p:cNvSpPr/>
            <p:nvPr/>
          </p:nvSpPr>
          <p:spPr>
            <a:xfrm>
              <a:off x="188975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30"/>
            <p:cNvSpPr/>
            <p:nvPr/>
          </p:nvSpPr>
          <p:spPr>
            <a:xfrm>
              <a:off x="188975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30"/>
            <p:cNvSpPr/>
            <p:nvPr/>
          </p:nvSpPr>
          <p:spPr>
            <a:xfrm>
              <a:off x="20402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30"/>
            <p:cNvSpPr/>
            <p:nvPr/>
          </p:nvSpPr>
          <p:spPr>
            <a:xfrm>
              <a:off x="20402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30"/>
            <p:cNvSpPr/>
            <p:nvPr/>
          </p:nvSpPr>
          <p:spPr>
            <a:xfrm>
              <a:off x="20402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30"/>
            <p:cNvSpPr/>
            <p:nvPr/>
          </p:nvSpPr>
          <p:spPr>
            <a:xfrm>
              <a:off x="20402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>
              <a:off x="20402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>
              <a:off x="20402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30"/>
            <p:cNvSpPr/>
            <p:nvPr/>
          </p:nvSpPr>
          <p:spPr>
            <a:xfrm>
              <a:off x="20402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0"/>
            <p:cNvSpPr/>
            <p:nvPr/>
          </p:nvSpPr>
          <p:spPr>
            <a:xfrm>
              <a:off x="20402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0"/>
            <p:cNvSpPr/>
            <p:nvPr/>
          </p:nvSpPr>
          <p:spPr>
            <a:xfrm>
              <a:off x="20402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30"/>
            <p:cNvSpPr/>
            <p:nvPr/>
          </p:nvSpPr>
          <p:spPr>
            <a:xfrm>
              <a:off x="20402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30"/>
            <p:cNvSpPr/>
            <p:nvPr/>
          </p:nvSpPr>
          <p:spPr>
            <a:xfrm>
              <a:off x="20402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0"/>
            <p:cNvSpPr/>
            <p:nvPr/>
          </p:nvSpPr>
          <p:spPr>
            <a:xfrm>
              <a:off x="20402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0"/>
            <p:cNvSpPr/>
            <p:nvPr/>
          </p:nvSpPr>
          <p:spPr>
            <a:xfrm>
              <a:off x="20402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0"/>
            <p:cNvSpPr/>
            <p:nvPr/>
          </p:nvSpPr>
          <p:spPr>
            <a:xfrm>
              <a:off x="20402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0"/>
            <p:cNvSpPr/>
            <p:nvPr/>
          </p:nvSpPr>
          <p:spPr>
            <a:xfrm>
              <a:off x="20402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0"/>
            <p:cNvSpPr/>
            <p:nvPr/>
          </p:nvSpPr>
          <p:spPr>
            <a:xfrm>
              <a:off x="20402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0"/>
            <p:cNvSpPr/>
            <p:nvPr/>
          </p:nvSpPr>
          <p:spPr>
            <a:xfrm>
              <a:off x="20402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0"/>
            <p:cNvSpPr/>
            <p:nvPr/>
          </p:nvSpPr>
          <p:spPr>
            <a:xfrm>
              <a:off x="20402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30"/>
            <p:cNvSpPr/>
            <p:nvPr/>
          </p:nvSpPr>
          <p:spPr>
            <a:xfrm>
              <a:off x="20402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30"/>
            <p:cNvSpPr/>
            <p:nvPr/>
          </p:nvSpPr>
          <p:spPr>
            <a:xfrm>
              <a:off x="2190775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0"/>
            <p:cNvSpPr/>
            <p:nvPr/>
          </p:nvSpPr>
          <p:spPr>
            <a:xfrm>
              <a:off x="2190775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0"/>
            <p:cNvSpPr/>
            <p:nvPr/>
          </p:nvSpPr>
          <p:spPr>
            <a:xfrm>
              <a:off x="2190775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0"/>
            <p:cNvSpPr/>
            <p:nvPr/>
          </p:nvSpPr>
          <p:spPr>
            <a:xfrm>
              <a:off x="2190775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21907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21907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2190775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>
              <a:off x="2190775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21907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>
              <a:off x="2190775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0"/>
            <p:cNvSpPr/>
            <p:nvPr/>
          </p:nvSpPr>
          <p:spPr>
            <a:xfrm>
              <a:off x="21907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0"/>
            <p:cNvSpPr/>
            <p:nvPr/>
          </p:nvSpPr>
          <p:spPr>
            <a:xfrm>
              <a:off x="2190775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0"/>
            <p:cNvSpPr/>
            <p:nvPr/>
          </p:nvSpPr>
          <p:spPr>
            <a:xfrm>
              <a:off x="21907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0"/>
            <p:cNvSpPr/>
            <p:nvPr/>
          </p:nvSpPr>
          <p:spPr>
            <a:xfrm>
              <a:off x="21907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0"/>
            <p:cNvSpPr/>
            <p:nvPr/>
          </p:nvSpPr>
          <p:spPr>
            <a:xfrm>
              <a:off x="21907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30"/>
            <p:cNvSpPr/>
            <p:nvPr/>
          </p:nvSpPr>
          <p:spPr>
            <a:xfrm>
              <a:off x="2190775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0"/>
            <p:cNvSpPr/>
            <p:nvPr/>
          </p:nvSpPr>
          <p:spPr>
            <a:xfrm>
              <a:off x="21907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0"/>
            <p:cNvSpPr/>
            <p:nvPr/>
          </p:nvSpPr>
          <p:spPr>
            <a:xfrm>
              <a:off x="21907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2190775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0"/>
            <p:cNvSpPr/>
            <p:nvPr/>
          </p:nvSpPr>
          <p:spPr>
            <a:xfrm>
              <a:off x="21907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0"/>
            <p:cNvSpPr/>
            <p:nvPr/>
          </p:nvSpPr>
          <p:spPr>
            <a:xfrm>
              <a:off x="2190775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30"/>
            <p:cNvSpPr/>
            <p:nvPr/>
          </p:nvSpPr>
          <p:spPr>
            <a:xfrm>
              <a:off x="2190775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21907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21907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2190775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23413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23413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0"/>
            <p:cNvSpPr/>
            <p:nvPr/>
          </p:nvSpPr>
          <p:spPr>
            <a:xfrm>
              <a:off x="23413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23413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23413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23413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23413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23413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23413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23413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23413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23413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23413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23413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23413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23413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23413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23413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23413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23413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23413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23413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23413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23413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23413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23413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24918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24918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24918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24918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24918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24918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24918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24918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24918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0"/>
            <p:cNvSpPr/>
            <p:nvPr/>
          </p:nvSpPr>
          <p:spPr>
            <a:xfrm>
              <a:off x="24918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0"/>
            <p:cNvSpPr/>
            <p:nvPr/>
          </p:nvSpPr>
          <p:spPr>
            <a:xfrm>
              <a:off x="24918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24918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24918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24918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24918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24918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0"/>
            <p:cNvSpPr/>
            <p:nvPr/>
          </p:nvSpPr>
          <p:spPr>
            <a:xfrm>
              <a:off x="24918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0"/>
            <p:cNvSpPr/>
            <p:nvPr/>
          </p:nvSpPr>
          <p:spPr>
            <a:xfrm>
              <a:off x="24918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0"/>
            <p:cNvSpPr/>
            <p:nvPr/>
          </p:nvSpPr>
          <p:spPr>
            <a:xfrm>
              <a:off x="24918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0"/>
            <p:cNvSpPr/>
            <p:nvPr/>
          </p:nvSpPr>
          <p:spPr>
            <a:xfrm>
              <a:off x="24918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24918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0"/>
            <p:cNvSpPr/>
            <p:nvPr/>
          </p:nvSpPr>
          <p:spPr>
            <a:xfrm>
              <a:off x="24918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24918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24918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0"/>
            <p:cNvSpPr/>
            <p:nvPr/>
          </p:nvSpPr>
          <p:spPr>
            <a:xfrm>
              <a:off x="24918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0"/>
            <p:cNvSpPr/>
            <p:nvPr/>
          </p:nvSpPr>
          <p:spPr>
            <a:xfrm>
              <a:off x="2642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2642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0"/>
            <p:cNvSpPr/>
            <p:nvPr/>
          </p:nvSpPr>
          <p:spPr>
            <a:xfrm>
              <a:off x="2642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0"/>
            <p:cNvSpPr/>
            <p:nvPr/>
          </p:nvSpPr>
          <p:spPr>
            <a:xfrm>
              <a:off x="2642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0"/>
            <p:cNvSpPr/>
            <p:nvPr/>
          </p:nvSpPr>
          <p:spPr>
            <a:xfrm>
              <a:off x="2642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0"/>
            <p:cNvSpPr/>
            <p:nvPr/>
          </p:nvSpPr>
          <p:spPr>
            <a:xfrm>
              <a:off x="2642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0"/>
            <p:cNvSpPr/>
            <p:nvPr/>
          </p:nvSpPr>
          <p:spPr>
            <a:xfrm>
              <a:off x="2642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0"/>
            <p:cNvSpPr/>
            <p:nvPr/>
          </p:nvSpPr>
          <p:spPr>
            <a:xfrm>
              <a:off x="2642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0"/>
            <p:cNvSpPr/>
            <p:nvPr/>
          </p:nvSpPr>
          <p:spPr>
            <a:xfrm>
              <a:off x="2642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2642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2642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2642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2642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2642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2642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2642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2642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2642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2642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2642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2792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2792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0"/>
            <p:cNvSpPr/>
            <p:nvPr/>
          </p:nvSpPr>
          <p:spPr>
            <a:xfrm>
              <a:off x="2792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2792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2792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2792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2792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2792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2792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2792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0"/>
            <p:cNvSpPr/>
            <p:nvPr/>
          </p:nvSpPr>
          <p:spPr>
            <a:xfrm>
              <a:off x="2792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0"/>
            <p:cNvSpPr/>
            <p:nvPr/>
          </p:nvSpPr>
          <p:spPr>
            <a:xfrm>
              <a:off x="2792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0"/>
            <p:cNvSpPr/>
            <p:nvPr/>
          </p:nvSpPr>
          <p:spPr>
            <a:xfrm>
              <a:off x="2792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30"/>
            <p:cNvSpPr/>
            <p:nvPr/>
          </p:nvSpPr>
          <p:spPr>
            <a:xfrm>
              <a:off x="2792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30"/>
            <p:cNvSpPr/>
            <p:nvPr/>
          </p:nvSpPr>
          <p:spPr>
            <a:xfrm>
              <a:off x="2792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0"/>
            <p:cNvSpPr/>
            <p:nvPr/>
          </p:nvSpPr>
          <p:spPr>
            <a:xfrm>
              <a:off x="2792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0"/>
            <p:cNvSpPr/>
            <p:nvPr/>
          </p:nvSpPr>
          <p:spPr>
            <a:xfrm>
              <a:off x="2792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30"/>
            <p:cNvSpPr/>
            <p:nvPr/>
          </p:nvSpPr>
          <p:spPr>
            <a:xfrm>
              <a:off x="2792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30"/>
            <p:cNvSpPr/>
            <p:nvPr/>
          </p:nvSpPr>
          <p:spPr>
            <a:xfrm>
              <a:off x="294332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0"/>
            <p:cNvSpPr/>
            <p:nvPr/>
          </p:nvSpPr>
          <p:spPr>
            <a:xfrm>
              <a:off x="294332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0"/>
            <p:cNvSpPr/>
            <p:nvPr/>
          </p:nvSpPr>
          <p:spPr>
            <a:xfrm>
              <a:off x="294332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294332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0"/>
            <p:cNvSpPr/>
            <p:nvPr/>
          </p:nvSpPr>
          <p:spPr>
            <a:xfrm>
              <a:off x="294332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0"/>
            <p:cNvSpPr/>
            <p:nvPr/>
          </p:nvSpPr>
          <p:spPr>
            <a:xfrm>
              <a:off x="294332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0"/>
            <p:cNvSpPr/>
            <p:nvPr/>
          </p:nvSpPr>
          <p:spPr>
            <a:xfrm>
              <a:off x="294332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30"/>
            <p:cNvSpPr/>
            <p:nvPr/>
          </p:nvSpPr>
          <p:spPr>
            <a:xfrm>
              <a:off x="294332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30"/>
            <p:cNvSpPr/>
            <p:nvPr/>
          </p:nvSpPr>
          <p:spPr>
            <a:xfrm>
              <a:off x="294332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294332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30"/>
            <p:cNvSpPr/>
            <p:nvPr/>
          </p:nvSpPr>
          <p:spPr>
            <a:xfrm>
              <a:off x="294332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30"/>
            <p:cNvSpPr/>
            <p:nvPr/>
          </p:nvSpPr>
          <p:spPr>
            <a:xfrm>
              <a:off x="294332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294332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0"/>
            <p:cNvSpPr/>
            <p:nvPr/>
          </p:nvSpPr>
          <p:spPr>
            <a:xfrm>
              <a:off x="294332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30"/>
            <p:cNvSpPr/>
            <p:nvPr/>
          </p:nvSpPr>
          <p:spPr>
            <a:xfrm>
              <a:off x="294332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294332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30"/>
            <p:cNvSpPr/>
            <p:nvPr/>
          </p:nvSpPr>
          <p:spPr>
            <a:xfrm>
              <a:off x="294332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30"/>
            <p:cNvSpPr/>
            <p:nvPr/>
          </p:nvSpPr>
          <p:spPr>
            <a:xfrm>
              <a:off x="294332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30"/>
            <p:cNvSpPr/>
            <p:nvPr/>
          </p:nvSpPr>
          <p:spPr>
            <a:xfrm>
              <a:off x="3093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30"/>
            <p:cNvSpPr/>
            <p:nvPr/>
          </p:nvSpPr>
          <p:spPr>
            <a:xfrm>
              <a:off x="3093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30"/>
            <p:cNvSpPr/>
            <p:nvPr/>
          </p:nvSpPr>
          <p:spPr>
            <a:xfrm>
              <a:off x="3093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30"/>
            <p:cNvSpPr/>
            <p:nvPr/>
          </p:nvSpPr>
          <p:spPr>
            <a:xfrm>
              <a:off x="3093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30"/>
            <p:cNvSpPr/>
            <p:nvPr/>
          </p:nvSpPr>
          <p:spPr>
            <a:xfrm>
              <a:off x="3093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0"/>
            <p:cNvSpPr/>
            <p:nvPr/>
          </p:nvSpPr>
          <p:spPr>
            <a:xfrm>
              <a:off x="3093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30"/>
            <p:cNvSpPr/>
            <p:nvPr/>
          </p:nvSpPr>
          <p:spPr>
            <a:xfrm>
              <a:off x="3093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0"/>
            <p:cNvSpPr/>
            <p:nvPr/>
          </p:nvSpPr>
          <p:spPr>
            <a:xfrm>
              <a:off x="3093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0"/>
            <p:cNvSpPr/>
            <p:nvPr/>
          </p:nvSpPr>
          <p:spPr>
            <a:xfrm>
              <a:off x="3093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0"/>
            <p:cNvSpPr/>
            <p:nvPr/>
          </p:nvSpPr>
          <p:spPr>
            <a:xfrm>
              <a:off x="324435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0"/>
            <p:cNvSpPr/>
            <p:nvPr/>
          </p:nvSpPr>
          <p:spPr>
            <a:xfrm>
              <a:off x="324435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0"/>
            <p:cNvSpPr/>
            <p:nvPr/>
          </p:nvSpPr>
          <p:spPr>
            <a:xfrm>
              <a:off x="324435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0"/>
            <p:cNvSpPr/>
            <p:nvPr/>
          </p:nvSpPr>
          <p:spPr>
            <a:xfrm>
              <a:off x="324435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0"/>
            <p:cNvSpPr/>
            <p:nvPr/>
          </p:nvSpPr>
          <p:spPr>
            <a:xfrm>
              <a:off x="324435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0"/>
            <p:cNvSpPr/>
            <p:nvPr/>
          </p:nvSpPr>
          <p:spPr>
            <a:xfrm>
              <a:off x="324435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324435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324435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3394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3394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3394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33948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3394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3394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3545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3545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3545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2" name="Google Shape;422;p30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423" name="Google Shape;423;p30"/>
            <p:cNvSpPr/>
            <p:nvPr/>
          </p:nvSpPr>
          <p:spPr>
            <a:xfrm>
              <a:off x="12877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12877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12877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0"/>
            <p:cNvSpPr/>
            <p:nvPr/>
          </p:nvSpPr>
          <p:spPr>
            <a:xfrm>
              <a:off x="12877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0"/>
            <p:cNvSpPr/>
            <p:nvPr/>
          </p:nvSpPr>
          <p:spPr>
            <a:xfrm>
              <a:off x="12877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0"/>
            <p:cNvSpPr/>
            <p:nvPr/>
          </p:nvSpPr>
          <p:spPr>
            <a:xfrm>
              <a:off x="12877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0"/>
            <p:cNvSpPr/>
            <p:nvPr/>
          </p:nvSpPr>
          <p:spPr>
            <a:xfrm>
              <a:off x="12877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0"/>
            <p:cNvSpPr/>
            <p:nvPr/>
          </p:nvSpPr>
          <p:spPr>
            <a:xfrm>
              <a:off x="12877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0"/>
            <p:cNvSpPr/>
            <p:nvPr/>
          </p:nvSpPr>
          <p:spPr>
            <a:xfrm>
              <a:off x="12877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0"/>
            <p:cNvSpPr/>
            <p:nvPr/>
          </p:nvSpPr>
          <p:spPr>
            <a:xfrm>
              <a:off x="12877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0"/>
            <p:cNvSpPr/>
            <p:nvPr/>
          </p:nvSpPr>
          <p:spPr>
            <a:xfrm>
              <a:off x="12877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0"/>
            <p:cNvSpPr/>
            <p:nvPr/>
          </p:nvSpPr>
          <p:spPr>
            <a:xfrm>
              <a:off x="12877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0"/>
            <p:cNvSpPr/>
            <p:nvPr/>
          </p:nvSpPr>
          <p:spPr>
            <a:xfrm>
              <a:off x="12877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0"/>
            <p:cNvSpPr/>
            <p:nvPr/>
          </p:nvSpPr>
          <p:spPr>
            <a:xfrm>
              <a:off x="12877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0"/>
            <p:cNvSpPr/>
            <p:nvPr/>
          </p:nvSpPr>
          <p:spPr>
            <a:xfrm>
              <a:off x="12877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0"/>
            <p:cNvSpPr/>
            <p:nvPr/>
          </p:nvSpPr>
          <p:spPr>
            <a:xfrm>
              <a:off x="14382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0"/>
            <p:cNvSpPr/>
            <p:nvPr/>
          </p:nvSpPr>
          <p:spPr>
            <a:xfrm>
              <a:off x="14382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0"/>
            <p:cNvSpPr/>
            <p:nvPr/>
          </p:nvSpPr>
          <p:spPr>
            <a:xfrm>
              <a:off x="14382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0"/>
            <p:cNvSpPr/>
            <p:nvPr/>
          </p:nvSpPr>
          <p:spPr>
            <a:xfrm>
              <a:off x="14382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0"/>
            <p:cNvSpPr/>
            <p:nvPr/>
          </p:nvSpPr>
          <p:spPr>
            <a:xfrm>
              <a:off x="15887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0"/>
            <p:cNvSpPr/>
            <p:nvPr/>
          </p:nvSpPr>
          <p:spPr>
            <a:xfrm>
              <a:off x="15887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30"/>
            <p:cNvSpPr/>
            <p:nvPr/>
          </p:nvSpPr>
          <p:spPr>
            <a:xfrm>
              <a:off x="15887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0"/>
            <p:cNvSpPr/>
            <p:nvPr/>
          </p:nvSpPr>
          <p:spPr>
            <a:xfrm>
              <a:off x="15887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0"/>
            <p:cNvSpPr/>
            <p:nvPr/>
          </p:nvSpPr>
          <p:spPr>
            <a:xfrm>
              <a:off x="15887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0"/>
            <p:cNvSpPr/>
            <p:nvPr/>
          </p:nvSpPr>
          <p:spPr>
            <a:xfrm>
              <a:off x="15887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30"/>
            <p:cNvSpPr/>
            <p:nvPr/>
          </p:nvSpPr>
          <p:spPr>
            <a:xfrm>
              <a:off x="15887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0"/>
            <p:cNvSpPr/>
            <p:nvPr/>
          </p:nvSpPr>
          <p:spPr>
            <a:xfrm>
              <a:off x="15887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0"/>
            <p:cNvSpPr/>
            <p:nvPr/>
          </p:nvSpPr>
          <p:spPr>
            <a:xfrm>
              <a:off x="15887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0"/>
            <p:cNvSpPr/>
            <p:nvPr/>
          </p:nvSpPr>
          <p:spPr>
            <a:xfrm>
              <a:off x="15887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30"/>
            <p:cNvSpPr/>
            <p:nvPr/>
          </p:nvSpPr>
          <p:spPr>
            <a:xfrm>
              <a:off x="17392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30"/>
            <p:cNvSpPr/>
            <p:nvPr/>
          </p:nvSpPr>
          <p:spPr>
            <a:xfrm>
              <a:off x="17392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0"/>
            <p:cNvSpPr/>
            <p:nvPr/>
          </p:nvSpPr>
          <p:spPr>
            <a:xfrm>
              <a:off x="17392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30"/>
            <p:cNvSpPr/>
            <p:nvPr/>
          </p:nvSpPr>
          <p:spPr>
            <a:xfrm>
              <a:off x="17392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30"/>
            <p:cNvSpPr/>
            <p:nvPr/>
          </p:nvSpPr>
          <p:spPr>
            <a:xfrm>
              <a:off x="17392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0"/>
            <p:cNvSpPr/>
            <p:nvPr/>
          </p:nvSpPr>
          <p:spPr>
            <a:xfrm>
              <a:off x="17392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30"/>
            <p:cNvSpPr/>
            <p:nvPr/>
          </p:nvSpPr>
          <p:spPr>
            <a:xfrm>
              <a:off x="17392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0"/>
            <p:cNvSpPr/>
            <p:nvPr/>
          </p:nvSpPr>
          <p:spPr>
            <a:xfrm>
              <a:off x="17392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0"/>
            <p:cNvSpPr/>
            <p:nvPr/>
          </p:nvSpPr>
          <p:spPr>
            <a:xfrm>
              <a:off x="17392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0"/>
            <p:cNvSpPr/>
            <p:nvPr/>
          </p:nvSpPr>
          <p:spPr>
            <a:xfrm>
              <a:off x="17392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0"/>
            <p:cNvSpPr/>
            <p:nvPr/>
          </p:nvSpPr>
          <p:spPr>
            <a:xfrm>
              <a:off x="17392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0"/>
            <p:cNvSpPr/>
            <p:nvPr/>
          </p:nvSpPr>
          <p:spPr>
            <a:xfrm>
              <a:off x="17392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0"/>
            <p:cNvSpPr/>
            <p:nvPr/>
          </p:nvSpPr>
          <p:spPr>
            <a:xfrm>
              <a:off x="17392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17392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17392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17392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17392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188975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188975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188975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188975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188975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30"/>
            <p:cNvSpPr/>
            <p:nvPr/>
          </p:nvSpPr>
          <p:spPr>
            <a:xfrm>
              <a:off x="188975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30"/>
            <p:cNvSpPr/>
            <p:nvPr/>
          </p:nvSpPr>
          <p:spPr>
            <a:xfrm>
              <a:off x="188975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30"/>
            <p:cNvSpPr/>
            <p:nvPr/>
          </p:nvSpPr>
          <p:spPr>
            <a:xfrm>
              <a:off x="188975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188975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30"/>
            <p:cNvSpPr/>
            <p:nvPr/>
          </p:nvSpPr>
          <p:spPr>
            <a:xfrm>
              <a:off x="188975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30"/>
            <p:cNvSpPr/>
            <p:nvPr/>
          </p:nvSpPr>
          <p:spPr>
            <a:xfrm>
              <a:off x="188975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30"/>
            <p:cNvSpPr/>
            <p:nvPr/>
          </p:nvSpPr>
          <p:spPr>
            <a:xfrm>
              <a:off x="20402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0"/>
            <p:cNvSpPr/>
            <p:nvPr/>
          </p:nvSpPr>
          <p:spPr>
            <a:xfrm>
              <a:off x="20402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30"/>
            <p:cNvSpPr/>
            <p:nvPr/>
          </p:nvSpPr>
          <p:spPr>
            <a:xfrm>
              <a:off x="20402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30"/>
            <p:cNvSpPr/>
            <p:nvPr/>
          </p:nvSpPr>
          <p:spPr>
            <a:xfrm>
              <a:off x="20402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30"/>
            <p:cNvSpPr/>
            <p:nvPr/>
          </p:nvSpPr>
          <p:spPr>
            <a:xfrm>
              <a:off x="20402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0402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0402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0402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20402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20402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20402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30"/>
            <p:cNvSpPr/>
            <p:nvPr/>
          </p:nvSpPr>
          <p:spPr>
            <a:xfrm>
              <a:off x="20402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30"/>
            <p:cNvSpPr/>
            <p:nvPr/>
          </p:nvSpPr>
          <p:spPr>
            <a:xfrm>
              <a:off x="20402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21907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21907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21907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21907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1907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190775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30"/>
            <p:cNvSpPr/>
            <p:nvPr/>
          </p:nvSpPr>
          <p:spPr>
            <a:xfrm>
              <a:off x="21907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30"/>
            <p:cNvSpPr/>
            <p:nvPr/>
          </p:nvSpPr>
          <p:spPr>
            <a:xfrm>
              <a:off x="21907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190775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3413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3413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3413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3413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3413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3413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30"/>
            <p:cNvSpPr/>
            <p:nvPr/>
          </p:nvSpPr>
          <p:spPr>
            <a:xfrm>
              <a:off x="23413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30"/>
            <p:cNvSpPr/>
            <p:nvPr/>
          </p:nvSpPr>
          <p:spPr>
            <a:xfrm>
              <a:off x="23413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24918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24918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24918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24918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24918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2642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2642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0"/>
            <p:cNvSpPr/>
            <p:nvPr/>
          </p:nvSpPr>
          <p:spPr>
            <a:xfrm>
              <a:off x="2642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0"/>
            <p:cNvSpPr/>
            <p:nvPr/>
          </p:nvSpPr>
          <p:spPr>
            <a:xfrm>
              <a:off x="2642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2642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2792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294332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294332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3093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30"/>
            <p:cNvSpPr/>
            <p:nvPr/>
          </p:nvSpPr>
          <p:spPr>
            <a:xfrm>
              <a:off x="3394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0"/>
            <p:cNvSpPr/>
            <p:nvPr/>
          </p:nvSpPr>
          <p:spPr>
            <a:xfrm>
              <a:off x="3545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1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528" name="Google Shape;528;p31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grpSp>
        <p:nvGrpSpPr>
          <p:cNvPr id="529" name="Google Shape;529;p31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530" name="Google Shape;530;p31"/>
            <p:cNvSpPr/>
            <p:nvPr/>
          </p:nvSpPr>
          <p:spPr>
            <a:xfrm>
              <a:off x="53078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31"/>
            <p:cNvSpPr/>
            <p:nvPr/>
          </p:nvSpPr>
          <p:spPr>
            <a:xfrm>
              <a:off x="53078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31"/>
            <p:cNvSpPr/>
            <p:nvPr/>
          </p:nvSpPr>
          <p:spPr>
            <a:xfrm>
              <a:off x="53078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31"/>
            <p:cNvSpPr/>
            <p:nvPr/>
          </p:nvSpPr>
          <p:spPr>
            <a:xfrm>
              <a:off x="53078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1"/>
            <p:cNvSpPr/>
            <p:nvPr/>
          </p:nvSpPr>
          <p:spPr>
            <a:xfrm>
              <a:off x="53078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31"/>
            <p:cNvSpPr/>
            <p:nvPr/>
          </p:nvSpPr>
          <p:spPr>
            <a:xfrm>
              <a:off x="53078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31"/>
            <p:cNvSpPr/>
            <p:nvPr/>
          </p:nvSpPr>
          <p:spPr>
            <a:xfrm>
              <a:off x="53078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31"/>
            <p:cNvSpPr/>
            <p:nvPr/>
          </p:nvSpPr>
          <p:spPr>
            <a:xfrm>
              <a:off x="53078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31"/>
            <p:cNvSpPr/>
            <p:nvPr/>
          </p:nvSpPr>
          <p:spPr>
            <a:xfrm>
              <a:off x="53078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31"/>
            <p:cNvSpPr/>
            <p:nvPr/>
          </p:nvSpPr>
          <p:spPr>
            <a:xfrm>
              <a:off x="53078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31"/>
            <p:cNvSpPr/>
            <p:nvPr/>
          </p:nvSpPr>
          <p:spPr>
            <a:xfrm>
              <a:off x="53078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31"/>
            <p:cNvSpPr/>
            <p:nvPr/>
          </p:nvSpPr>
          <p:spPr>
            <a:xfrm>
              <a:off x="53078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31"/>
            <p:cNvSpPr/>
            <p:nvPr/>
          </p:nvSpPr>
          <p:spPr>
            <a:xfrm>
              <a:off x="53078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31"/>
            <p:cNvSpPr/>
            <p:nvPr/>
          </p:nvSpPr>
          <p:spPr>
            <a:xfrm>
              <a:off x="53078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1"/>
            <p:cNvSpPr/>
            <p:nvPr/>
          </p:nvSpPr>
          <p:spPr>
            <a:xfrm>
              <a:off x="53078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31"/>
            <p:cNvSpPr/>
            <p:nvPr/>
          </p:nvSpPr>
          <p:spPr>
            <a:xfrm>
              <a:off x="53078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31"/>
            <p:cNvSpPr/>
            <p:nvPr/>
          </p:nvSpPr>
          <p:spPr>
            <a:xfrm>
              <a:off x="53078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53078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31"/>
            <p:cNvSpPr/>
            <p:nvPr/>
          </p:nvSpPr>
          <p:spPr>
            <a:xfrm>
              <a:off x="53078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31"/>
            <p:cNvSpPr/>
            <p:nvPr/>
          </p:nvSpPr>
          <p:spPr>
            <a:xfrm>
              <a:off x="53078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31"/>
            <p:cNvSpPr/>
            <p:nvPr/>
          </p:nvSpPr>
          <p:spPr>
            <a:xfrm>
              <a:off x="53078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31"/>
            <p:cNvSpPr/>
            <p:nvPr/>
          </p:nvSpPr>
          <p:spPr>
            <a:xfrm>
              <a:off x="53078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31"/>
            <p:cNvSpPr/>
            <p:nvPr/>
          </p:nvSpPr>
          <p:spPr>
            <a:xfrm>
              <a:off x="53078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53078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53078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53078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53078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53078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31"/>
            <p:cNvSpPr/>
            <p:nvPr/>
          </p:nvSpPr>
          <p:spPr>
            <a:xfrm>
              <a:off x="53078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1"/>
            <p:cNvSpPr/>
            <p:nvPr/>
          </p:nvSpPr>
          <p:spPr>
            <a:xfrm>
              <a:off x="53078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53078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53078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1"/>
            <p:cNvSpPr/>
            <p:nvPr/>
          </p:nvSpPr>
          <p:spPr>
            <a:xfrm>
              <a:off x="53078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53078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31"/>
            <p:cNvSpPr/>
            <p:nvPr/>
          </p:nvSpPr>
          <p:spPr>
            <a:xfrm>
              <a:off x="53078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1"/>
            <p:cNvSpPr/>
            <p:nvPr/>
          </p:nvSpPr>
          <p:spPr>
            <a:xfrm>
              <a:off x="5458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31"/>
            <p:cNvSpPr/>
            <p:nvPr/>
          </p:nvSpPr>
          <p:spPr>
            <a:xfrm>
              <a:off x="5458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31"/>
            <p:cNvSpPr/>
            <p:nvPr/>
          </p:nvSpPr>
          <p:spPr>
            <a:xfrm>
              <a:off x="5458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1"/>
            <p:cNvSpPr/>
            <p:nvPr/>
          </p:nvSpPr>
          <p:spPr>
            <a:xfrm>
              <a:off x="5458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1"/>
            <p:cNvSpPr/>
            <p:nvPr/>
          </p:nvSpPr>
          <p:spPr>
            <a:xfrm>
              <a:off x="54583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31"/>
            <p:cNvSpPr/>
            <p:nvPr/>
          </p:nvSpPr>
          <p:spPr>
            <a:xfrm>
              <a:off x="5458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31"/>
            <p:cNvSpPr/>
            <p:nvPr/>
          </p:nvSpPr>
          <p:spPr>
            <a:xfrm>
              <a:off x="5458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1"/>
            <p:cNvSpPr/>
            <p:nvPr/>
          </p:nvSpPr>
          <p:spPr>
            <a:xfrm>
              <a:off x="5458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31"/>
            <p:cNvSpPr/>
            <p:nvPr/>
          </p:nvSpPr>
          <p:spPr>
            <a:xfrm>
              <a:off x="5458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31"/>
            <p:cNvSpPr/>
            <p:nvPr/>
          </p:nvSpPr>
          <p:spPr>
            <a:xfrm>
              <a:off x="5458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31"/>
            <p:cNvSpPr/>
            <p:nvPr/>
          </p:nvSpPr>
          <p:spPr>
            <a:xfrm>
              <a:off x="54583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31"/>
            <p:cNvSpPr/>
            <p:nvPr/>
          </p:nvSpPr>
          <p:spPr>
            <a:xfrm>
              <a:off x="5458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31"/>
            <p:cNvSpPr/>
            <p:nvPr/>
          </p:nvSpPr>
          <p:spPr>
            <a:xfrm>
              <a:off x="5458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31"/>
            <p:cNvSpPr/>
            <p:nvPr/>
          </p:nvSpPr>
          <p:spPr>
            <a:xfrm>
              <a:off x="5458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31"/>
            <p:cNvSpPr/>
            <p:nvPr/>
          </p:nvSpPr>
          <p:spPr>
            <a:xfrm>
              <a:off x="54583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31"/>
            <p:cNvSpPr/>
            <p:nvPr/>
          </p:nvSpPr>
          <p:spPr>
            <a:xfrm>
              <a:off x="5458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31"/>
            <p:cNvSpPr/>
            <p:nvPr/>
          </p:nvSpPr>
          <p:spPr>
            <a:xfrm>
              <a:off x="5458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31"/>
            <p:cNvSpPr/>
            <p:nvPr/>
          </p:nvSpPr>
          <p:spPr>
            <a:xfrm>
              <a:off x="5458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31"/>
            <p:cNvSpPr/>
            <p:nvPr/>
          </p:nvSpPr>
          <p:spPr>
            <a:xfrm>
              <a:off x="54583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31"/>
            <p:cNvSpPr/>
            <p:nvPr/>
          </p:nvSpPr>
          <p:spPr>
            <a:xfrm>
              <a:off x="5458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31"/>
            <p:cNvSpPr/>
            <p:nvPr/>
          </p:nvSpPr>
          <p:spPr>
            <a:xfrm>
              <a:off x="5458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31"/>
            <p:cNvSpPr/>
            <p:nvPr/>
          </p:nvSpPr>
          <p:spPr>
            <a:xfrm>
              <a:off x="54583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7" name="Google Shape;587;p31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588" name="Google Shape;588;p31"/>
            <p:cNvSpPr/>
            <p:nvPr/>
          </p:nvSpPr>
          <p:spPr>
            <a:xfrm>
              <a:off x="54583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1"/>
            <p:cNvSpPr/>
            <p:nvPr/>
          </p:nvSpPr>
          <p:spPr>
            <a:xfrm>
              <a:off x="5458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31"/>
            <p:cNvSpPr/>
            <p:nvPr/>
          </p:nvSpPr>
          <p:spPr>
            <a:xfrm>
              <a:off x="54583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31"/>
            <p:cNvSpPr/>
            <p:nvPr/>
          </p:nvSpPr>
          <p:spPr>
            <a:xfrm>
              <a:off x="5458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1"/>
            <p:cNvSpPr/>
            <p:nvPr/>
          </p:nvSpPr>
          <p:spPr>
            <a:xfrm>
              <a:off x="54583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31"/>
            <p:cNvSpPr/>
            <p:nvPr/>
          </p:nvSpPr>
          <p:spPr>
            <a:xfrm>
              <a:off x="5458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31"/>
            <p:cNvSpPr/>
            <p:nvPr/>
          </p:nvSpPr>
          <p:spPr>
            <a:xfrm>
              <a:off x="5458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1"/>
            <p:cNvSpPr/>
            <p:nvPr/>
          </p:nvSpPr>
          <p:spPr>
            <a:xfrm>
              <a:off x="5458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31"/>
            <p:cNvSpPr/>
            <p:nvPr/>
          </p:nvSpPr>
          <p:spPr>
            <a:xfrm>
              <a:off x="5458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1"/>
            <p:cNvSpPr/>
            <p:nvPr/>
          </p:nvSpPr>
          <p:spPr>
            <a:xfrm>
              <a:off x="5458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1"/>
            <p:cNvSpPr/>
            <p:nvPr/>
          </p:nvSpPr>
          <p:spPr>
            <a:xfrm>
              <a:off x="5458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31"/>
            <p:cNvSpPr/>
            <p:nvPr/>
          </p:nvSpPr>
          <p:spPr>
            <a:xfrm>
              <a:off x="5458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31"/>
            <p:cNvSpPr/>
            <p:nvPr/>
          </p:nvSpPr>
          <p:spPr>
            <a:xfrm>
              <a:off x="5458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31"/>
            <p:cNvSpPr/>
            <p:nvPr/>
          </p:nvSpPr>
          <p:spPr>
            <a:xfrm>
              <a:off x="5608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31"/>
            <p:cNvSpPr/>
            <p:nvPr/>
          </p:nvSpPr>
          <p:spPr>
            <a:xfrm>
              <a:off x="56088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1"/>
            <p:cNvSpPr/>
            <p:nvPr/>
          </p:nvSpPr>
          <p:spPr>
            <a:xfrm>
              <a:off x="5608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1"/>
            <p:cNvSpPr/>
            <p:nvPr/>
          </p:nvSpPr>
          <p:spPr>
            <a:xfrm>
              <a:off x="56088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31"/>
            <p:cNvSpPr/>
            <p:nvPr/>
          </p:nvSpPr>
          <p:spPr>
            <a:xfrm>
              <a:off x="5608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56088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56088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5608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31"/>
            <p:cNvSpPr/>
            <p:nvPr/>
          </p:nvSpPr>
          <p:spPr>
            <a:xfrm>
              <a:off x="5608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31"/>
            <p:cNvSpPr/>
            <p:nvPr/>
          </p:nvSpPr>
          <p:spPr>
            <a:xfrm>
              <a:off x="56088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31"/>
            <p:cNvSpPr/>
            <p:nvPr/>
          </p:nvSpPr>
          <p:spPr>
            <a:xfrm>
              <a:off x="56088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31"/>
            <p:cNvSpPr/>
            <p:nvPr/>
          </p:nvSpPr>
          <p:spPr>
            <a:xfrm>
              <a:off x="56088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31"/>
            <p:cNvSpPr/>
            <p:nvPr/>
          </p:nvSpPr>
          <p:spPr>
            <a:xfrm>
              <a:off x="5608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1"/>
            <p:cNvSpPr/>
            <p:nvPr/>
          </p:nvSpPr>
          <p:spPr>
            <a:xfrm>
              <a:off x="56088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1"/>
            <p:cNvSpPr/>
            <p:nvPr/>
          </p:nvSpPr>
          <p:spPr>
            <a:xfrm>
              <a:off x="5608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31"/>
            <p:cNvSpPr/>
            <p:nvPr/>
          </p:nvSpPr>
          <p:spPr>
            <a:xfrm>
              <a:off x="5608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31"/>
            <p:cNvSpPr/>
            <p:nvPr/>
          </p:nvSpPr>
          <p:spPr>
            <a:xfrm>
              <a:off x="5608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1"/>
            <p:cNvSpPr/>
            <p:nvPr/>
          </p:nvSpPr>
          <p:spPr>
            <a:xfrm>
              <a:off x="56088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1"/>
            <p:cNvSpPr/>
            <p:nvPr/>
          </p:nvSpPr>
          <p:spPr>
            <a:xfrm>
              <a:off x="56088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1"/>
            <p:cNvSpPr/>
            <p:nvPr/>
          </p:nvSpPr>
          <p:spPr>
            <a:xfrm>
              <a:off x="5608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1"/>
            <p:cNvSpPr/>
            <p:nvPr/>
          </p:nvSpPr>
          <p:spPr>
            <a:xfrm>
              <a:off x="5608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1"/>
            <p:cNvSpPr/>
            <p:nvPr/>
          </p:nvSpPr>
          <p:spPr>
            <a:xfrm>
              <a:off x="5608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31"/>
            <p:cNvSpPr/>
            <p:nvPr/>
          </p:nvSpPr>
          <p:spPr>
            <a:xfrm>
              <a:off x="56088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31"/>
            <p:cNvSpPr/>
            <p:nvPr/>
          </p:nvSpPr>
          <p:spPr>
            <a:xfrm>
              <a:off x="5608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31"/>
            <p:cNvSpPr/>
            <p:nvPr/>
          </p:nvSpPr>
          <p:spPr>
            <a:xfrm>
              <a:off x="56088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31"/>
            <p:cNvSpPr/>
            <p:nvPr/>
          </p:nvSpPr>
          <p:spPr>
            <a:xfrm>
              <a:off x="56088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31"/>
            <p:cNvSpPr/>
            <p:nvPr/>
          </p:nvSpPr>
          <p:spPr>
            <a:xfrm>
              <a:off x="56088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31"/>
            <p:cNvSpPr/>
            <p:nvPr/>
          </p:nvSpPr>
          <p:spPr>
            <a:xfrm>
              <a:off x="5608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31"/>
            <p:cNvSpPr/>
            <p:nvPr/>
          </p:nvSpPr>
          <p:spPr>
            <a:xfrm>
              <a:off x="56088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31"/>
            <p:cNvSpPr/>
            <p:nvPr/>
          </p:nvSpPr>
          <p:spPr>
            <a:xfrm>
              <a:off x="5608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31"/>
            <p:cNvSpPr/>
            <p:nvPr/>
          </p:nvSpPr>
          <p:spPr>
            <a:xfrm>
              <a:off x="5608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31"/>
            <p:cNvSpPr/>
            <p:nvPr/>
          </p:nvSpPr>
          <p:spPr>
            <a:xfrm>
              <a:off x="57593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31"/>
            <p:cNvSpPr/>
            <p:nvPr/>
          </p:nvSpPr>
          <p:spPr>
            <a:xfrm>
              <a:off x="57593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1"/>
            <p:cNvSpPr/>
            <p:nvPr/>
          </p:nvSpPr>
          <p:spPr>
            <a:xfrm>
              <a:off x="57593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31"/>
            <p:cNvSpPr/>
            <p:nvPr/>
          </p:nvSpPr>
          <p:spPr>
            <a:xfrm>
              <a:off x="57593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1"/>
            <p:cNvSpPr/>
            <p:nvPr/>
          </p:nvSpPr>
          <p:spPr>
            <a:xfrm>
              <a:off x="57593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31"/>
            <p:cNvSpPr/>
            <p:nvPr/>
          </p:nvSpPr>
          <p:spPr>
            <a:xfrm>
              <a:off x="57593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31"/>
            <p:cNvSpPr/>
            <p:nvPr/>
          </p:nvSpPr>
          <p:spPr>
            <a:xfrm>
              <a:off x="57593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31"/>
            <p:cNvSpPr/>
            <p:nvPr/>
          </p:nvSpPr>
          <p:spPr>
            <a:xfrm>
              <a:off x="57593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31"/>
            <p:cNvSpPr/>
            <p:nvPr/>
          </p:nvSpPr>
          <p:spPr>
            <a:xfrm>
              <a:off x="57593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31"/>
            <p:cNvSpPr/>
            <p:nvPr/>
          </p:nvSpPr>
          <p:spPr>
            <a:xfrm>
              <a:off x="57593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31"/>
            <p:cNvSpPr/>
            <p:nvPr/>
          </p:nvSpPr>
          <p:spPr>
            <a:xfrm>
              <a:off x="57593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31"/>
            <p:cNvSpPr/>
            <p:nvPr/>
          </p:nvSpPr>
          <p:spPr>
            <a:xfrm>
              <a:off x="5909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31"/>
            <p:cNvSpPr/>
            <p:nvPr/>
          </p:nvSpPr>
          <p:spPr>
            <a:xfrm>
              <a:off x="59098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31"/>
            <p:cNvSpPr/>
            <p:nvPr/>
          </p:nvSpPr>
          <p:spPr>
            <a:xfrm>
              <a:off x="59098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31"/>
            <p:cNvSpPr/>
            <p:nvPr/>
          </p:nvSpPr>
          <p:spPr>
            <a:xfrm>
              <a:off x="60603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31"/>
            <p:cNvSpPr/>
            <p:nvPr/>
          </p:nvSpPr>
          <p:spPr>
            <a:xfrm>
              <a:off x="62108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31"/>
            <p:cNvSpPr/>
            <p:nvPr/>
          </p:nvSpPr>
          <p:spPr>
            <a:xfrm>
              <a:off x="6210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31"/>
            <p:cNvSpPr/>
            <p:nvPr/>
          </p:nvSpPr>
          <p:spPr>
            <a:xfrm>
              <a:off x="65119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0" name="Google Shape;650;p31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651" name="Google Shape;651;p31"/>
            <p:cNvSpPr/>
            <p:nvPr/>
          </p:nvSpPr>
          <p:spPr>
            <a:xfrm>
              <a:off x="57593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31"/>
            <p:cNvSpPr/>
            <p:nvPr/>
          </p:nvSpPr>
          <p:spPr>
            <a:xfrm>
              <a:off x="57593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31"/>
            <p:cNvSpPr/>
            <p:nvPr/>
          </p:nvSpPr>
          <p:spPr>
            <a:xfrm>
              <a:off x="57593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31"/>
            <p:cNvSpPr/>
            <p:nvPr/>
          </p:nvSpPr>
          <p:spPr>
            <a:xfrm>
              <a:off x="57593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31"/>
            <p:cNvSpPr/>
            <p:nvPr/>
          </p:nvSpPr>
          <p:spPr>
            <a:xfrm>
              <a:off x="57593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31"/>
            <p:cNvSpPr/>
            <p:nvPr/>
          </p:nvSpPr>
          <p:spPr>
            <a:xfrm>
              <a:off x="57593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31"/>
            <p:cNvSpPr/>
            <p:nvPr/>
          </p:nvSpPr>
          <p:spPr>
            <a:xfrm>
              <a:off x="57593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31"/>
            <p:cNvSpPr/>
            <p:nvPr/>
          </p:nvSpPr>
          <p:spPr>
            <a:xfrm>
              <a:off x="59098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31"/>
            <p:cNvSpPr/>
            <p:nvPr/>
          </p:nvSpPr>
          <p:spPr>
            <a:xfrm>
              <a:off x="5909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31"/>
            <p:cNvSpPr/>
            <p:nvPr/>
          </p:nvSpPr>
          <p:spPr>
            <a:xfrm>
              <a:off x="59098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31"/>
            <p:cNvSpPr/>
            <p:nvPr/>
          </p:nvSpPr>
          <p:spPr>
            <a:xfrm>
              <a:off x="59098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31"/>
            <p:cNvSpPr/>
            <p:nvPr/>
          </p:nvSpPr>
          <p:spPr>
            <a:xfrm>
              <a:off x="5909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31"/>
            <p:cNvSpPr/>
            <p:nvPr/>
          </p:nvSpPr>
          <p:spPr>
            <a:xfrm>
              <a:off x="59098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31"/>
            <p:cNvSpPr/>
            <p:nvPr/>
          </p:nvSpPr>
          <p:spPr>
            <a:xfrm>
              <a:off x="59098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31"/>
            <p:cNvSpPr/>
            <p:nvPr/>
          </p:nvSpPr>
          <p:spPr>
            <a:xfrm>
              <a:off x="59098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31"/>
            <p:cNvSpPr/>
            <p:nvPr/>
          </p:nvSpPr>
          <p:spPr>
            <a:xfrm>
              <a:off x="5909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31"/>
            <p:cNvSpPr/>
            <p:nvPr/>
          </p:nvSpPr>
          <p:spPr>
            <a:xfrm>
              <a:off x="59098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31"/>
            <p:cNvSpPr/>
            <p:nvPr/>
          </p:nvSpPr>
          <p:spPr>
            <a:xfrm>
              <a:off x="59098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31"/>
            <p:cNvSpPr/>
            <p:nvPr/>
          </p:nvSpPr>
          <p:spPr>
            <a:xfrm>
              <a:off x="59098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31"/>
            <p:cNvSpPr/>
            <p:nvPr/>
          </p:nvSpPr>
          <p:spPr>
            <a:xfrm>
              <a:off x="59098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31"/>
            <p:cNvSpPr/>
            <p:nvPr/>
          </p:nvSpPr>
          <p:spPr>
            <a:xfrm>
              <a:off x="59098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31"/>
            <p:cNvSpPr/>
            <p:nvPr/>
          </p:nvSpPr>
          <p:spPr>
            <a:xfrm>
              <a:off x="5909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31"/>
            <p:cNvSpPr/>
            <p:nvPr/>
          </p:nvSpPr>
          <p:spPr>
            <a:xfrm>
              <a:off x="5909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31"/>
            <p:cNvSpPr/>
            <p:nvPr/>
          </p:nvSpPr>
          <p:spPr>
            <a:xfrm>
              <a:off x="59098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31"/>
            <p:cNvSpPr/>
            <p:nvPr/>
          </p:nvSpPr>
          <p:spPr>
            <a:xfrm>
              <a:off x="5909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31"/>
            <p:cNvSpPr/>
            <p:nvPr/>
          </p:nvSpPr>
          <p:spPr>
            <a:xfrm>
              <a:off x="59098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31"/>
            <p:cNvSpPr/>
            <p:nvPr/>
          </p:nvSpPr>
          <p:spPr>
            <a:xfrm>
              <a:off x="60603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1"/>
            <p:cNvSpPr/>
            <p:nvPr/>
          </p:nvSpPr>
          <p:spPr>
            <a:xfrm>
              <a:off x="6060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1"/>
            <p:cNvSpPr/>
            <p:nvPr/>
          </p:nvSpPr>
          <p:spPr>
            <a:xfrm>
              <a:off x="60603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31"/>
            <p:cNvSpPr/>
            <p:nvPr/>
          </p:nvSpPr>
          <p:spPr>
            <a:xfrm>
              <a:off x="60603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31"/>
            <p:cNvSpPr/>
            <p:nvPr/>
          </p:nvSpPr>
          <p:spPr>
            <a:xfrm>
              <a:off x="60603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31"/>
            <p:cNvSpPr/>
            <p:nvPr/>
          </p:nvSpPr>
          <p:spPr>
            <a:xfrm>
              <a:off x="6060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1"/>
            <p:cNvSpPr/>
            <p:nvPr/>
          </p:nvSpPr>
          <p:spPr>
            <a:xfrm>
              <a:off x="60603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1"/>
            <p:cNvSpPr/>
            <p:nvPr/>
          </p:nvSpPr>
          <p:spPr>
            <a:xfrm>
              <a:off x="60603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1"/>
            <p:cNvSpPr/>
            <p:nvPr/>
          </p:nvSpPr>
          <p:spPr>
            <a:xfrm>
              <a:off x="60603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31"/>
            <p:cNvSpPr/>
            <p:nvPr/>
          </p:nvSpPr>
          <p:spPr>
            <a:xfrm>
              <a:off x="60603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31"/>
            <p:cNvSpPr/>
            <p:nvPr/>
          </p:nvSpPr>
          <p:spPr>
            <a:xfrm>
              <a:off x="6060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1"/>
            <p:cNvSpPr/>
            <p:nvPr/>
          </p:nvSpPr>
          <p:spPr>
            <a:xfrm>
              <a:off x="60603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31"/>
            <p:cNvSpPr/>
            <p:nvPr/>
          </p:nvSpPr>
          <p:spPr>
            <a:xfrm>
              <a:off x="60603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31"/>
            <p:cNvSpPr/>
            <p:nvPr/>
          </p:nvSpPr>
          <p:spPr>
            <a:xfrm>
              <a:off x="60603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31"/>
            <p:cNvSpPr/>
            <p:nvPr/>
          </p:nvSpPr>
          <p:spPr>
            <a:xfrm>
              <a:off x="60603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31"/>
            <p:cNvSpPr/>
            <p:nvPr/>
          </p:nvSpPr>
          <p:spPr>
            <a:xfrm>
              <a:off x="60603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1"/>
            <p:cNvSpPr/>
            <p:nvPr/>
          </p:nvSpPr>
          <p:spPr>
            <a:xfrm>
              <a:off x="60603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1"/>
            <p:cNvSpPr/>
            <p:nvPr/>
          </p:nvSpPr>
          <p:spPr>
            <a:xfrm>
              <a:off x="60603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1"/>
            <p:cNvSpPr/>
            <p:nvPr/>
          </p:nvSpPr>
          <p:spPr>
            <a:xfrm>
              <a:off x="60603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31"/>
            <p:cNvSpPr/>
            <p:nvPr/>
          </p:nvSpPr>
          <p:spPr>
            <a:xfrm>
              <a:off x="60603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31"/>
            <p:cNvSpPr/>
            <p:nvPr/>
          </p:nvSpPr>
          <p:spPr>
            <a:xfrm>
              <a:off x="60603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1"/>
            <p:cNvSpPr/>
            <p:nvPr/>
          </p:nvSpPr>
          <p:spPr>
            <a:xfrm>
              <a:off x="60603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31"/>
            <p:cNvSpPr/>
            <p:nvPr/>
          </p:nvSpPr>
          <p:spPr>
            <a:xfrm>
              <a:off x="6060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31"/>
            <p:cNvSpPr/>
            <p:nvPr/>
          </p:nvSpPr>
          <p:spPr>
            <a:xfrm>
              <a:off x="60603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31"/>
            <p:cNvSpPr/>
            <p:nvPr/>
          </p:nvSpPr>
          <p:spPr>
            <a:xfrm>
              <a:off x="60603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31"/>
            <p:cNvSpPr/>
            <p:nvPr/>
          </p:nvSpPr>
          <p:spPr>
            <a:xfrm>
              <a:off x="60603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31"/>
            <p:cNvSpPr/>
            <p:nvPr/>
          </p:nvSpPr>
          <p:spPr>
            <a:xfrm>
              <a:off x="62108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31"/>
            <p:cNvSpPr/>
            <p:nvPr/>
          </p:nvSpPr>
          <p:spPr>
            <a:xfrm>
              <a:off x="62108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31"/>
            <p:cNvSpPr/>
            <p:nvPr/>
          </p:nvSpPr>
          <p:spPr>
            <a:xfrm>
              <a:off x="62108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31"/>
            <p:cNvSpPr/>
            <p:nvPr/>
          </p:nvSpPr>
          <p:spPr>
            <a:xfrm>
              <a:off x="6210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31"/>
            <p:cNvSpPr/>
            <p:nvPr/>
          </p:nvSpPr>
          <p:spPr>
            <a:xfrm>
              <a:off x="62108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31"/>
            <p:cNvSpPr/>
            <p:nvPr/>
          </p:nvSpPr>
          <p:spPr>
            <a:xfrm>
              <a:off x="62108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1"/>
            <p:cNvSpPr/>
            <p:nvPr/>
          </p:nvSpPr>
          <p:spPr>
            <a:xfrm>
              <a:off x="62108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31"/>
            <p:cNvSpPr/>
            <p:nvPr/>
          </p:nvSpPr>
          <p:spPr>
            <a:xfrm>
              <a:off x="62108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31"/>
            <p:cNvSpPr/>
            <p:nvPr/>
          </p:nvSpPr>
          <p:spPr>
            <a:xfrm>
              <a:off x="6210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31"/>
            <p:cNvSpPr/>
            <p:nvPr/>
          </p:nvSpPr>
          <p:spPr>
            <a:xfrm>
              <a:off x="62108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31"/>
            <p:cNvSpPr/>
            <p:nvPr/>
          </p:nvSpPr>
          <p:spPr>
            <a:xfrm>
              <a:off x="62108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31"/>
            <p:cNvSpPr/>
            <p:nvPr/>
          </p:nvSpPr>
          <p:spPr>
            <a:xfrm>
              <a:off x="62108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62108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62108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62108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62108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31"/>
            <p:cNvSpPr/>
            <p:nvPr/>
          </p:nvSpPr>
          <p:spPr>
            <a:xfrm>
              <a:off x="6210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31"/>
            <p:cNvSpPr/>
            <p:nvPr/>
          </p:nvSpPr>
          <p:spPr>
            <a:xfrm>
              <a:off x="62108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62108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62108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63613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63613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31"/>
            <p:cNvSpPr/>
            <p:nvPr/>
          </p:nvSpPr>
          <p:spPr>
            <a:xfrm>
              <a:off x="63613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31"/>
            <p:cNvSpPr/>
            <p:nvPr/>
          </p:nvSpPr>
          <p:spPr>
            <a:xfrm>
              <a:off x="63613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31"/>
            <p:cNvSpPr/>
            <p:nvPr/>
          </p:nvSpPr>
          <p:spPr>
            <a:xfrm>
              <a:off x="63613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31"/>
            <p:cNvSpPr/>
            <p:nvPr/>
          </p:nvSpPr>
          <p:spPr>
            <a:xfrm>
              <a:off x="63613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31"/>
            <p:cNvSpPr/>
            <p:nvPr/>
          </p:nvSpPr>
          <p:spPr>
            <a:xfrm>
              <a:off x="63613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31"/>
            <p:cNvSpPr/>
            <p:nvPr/>
          </p:nvSpPr>
          <p:spPr>
            <a:xfrm>
              <a:off x="63613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31"/>
            <p:cNvSpPr/>
            <p:nvPr/>
          </p:nvSpPr>
          <p:spPr>
            <a:xfrm>
              <a:off x="63613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31"/>
            <p:cNvSpPr/>
            <p:nvPr/>
          </p:nvSpPr>
          <p:spPr>
            <a:xfrm>
              <a:off x="63613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31"/>
            <p:cNvSpPr/>
            <p:nvPr/>
          </p:nvSpPr>
          <p:spPr>
            <a:xfrm>
              <a:off x="63613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31"/>
            <p:cNvSpPr/>
            <p:nvPr/>
          </p:nvSpPr>
          <p:spPr>
            <a:xfrm>
              <a:off x="63613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31"/>
            <p:cNvSpPr/>
            <p:nvPr/>
          </p:nvSpPr>
          <p:spPr>
            <a:xfrm>
              <a:off x="63613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31"/>
            <p:cNvSpPr/>
            <p:nvPr/>
          </p:nvSpPr>
          <p:spPr>
            <a:xfrm>
              <a:off x="63613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31"/>
            <p:cNvSpPr/>
            <p:nvPr/>
          </p:nvSpPr>
          <p:spPr>
            <a:xfrm>
              <a:off x="63613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31"/>
            <p:cNvSpPr/>
            <p:nvPr/>
          </p:nvSpPr>
          <p:spPr>
            <a:xfrm>
              <a:off x="63613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31"/>
            <p:cNvSpPr/>
            <p:nvPr/>
          </p:nvSpPr>
          <p:spPr>
            <a:xfrm>
              <a:off x="63613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31"/>
            <p:cNvSpPr/>
            <p:nvPr/>
          </p:nvSpPr>
          <p:spPr>
            <a:xfrm>
              <a:off x="63613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31"/>
            <p:cNvSpPr/>
            <p:nvPr/>
          </p:nvSpPr>
          <p:spPr>
            <a:xfrm>
              <a:off x="65119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31"/>
            <p:cNvSpPr/>
            <p:nvPr/>
          </p:nvSpPr>
          <p:spPr>
            <a:xfrm>
              <a:off x="65119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31"/>
            <p:cNvSpPr/>
            <p:nvPr/>
          </p:nvSpPr>
          <p:spPr>
            <a:xfrm>
              <a:off x="65119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31"/>
            <p:cNvSpPr/>
            <p:nvPr/>
          </p:nvSpPr>
          <p:spPr>
            <a:xfrm>
              <a:off x="65119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31"/>
            <p:cNvSpPr/>
            <p:nvPr/>
          </p:nvSpPr>
          <p:spPr>
            <a:xfrm>
              <a:off x="65119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31"/>
            <p:cNvSpPr/>
            <p:nvPr/>
          </p:nvSpPr>
          <p:spPr>
            <a:xfrm>
              <a:off x="65119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31"/>
            <p:cNvSpPr/>
            <p:nvPr/>
          </p:nvSpPr>
          <p:spPr>
            <a:xfrm>
              <a:off x="65119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31"/>
            <p:cNvSpPr/>
            <p:nvPr/>
          </p:nvSpPr>
          <p:spPr>
            <a:xfrm>
              <a:off x="65119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31"/>
            <p:cNvSpPr/>
            <p:nvPr/>
          </p:nvSpPr>
          <p:spPr>
            <a:xfrm>
              <a:off x="66624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31"/>
            <p:cNvSpPr/>
            <p:nvPr/>
          </p:nvSpPr>
          <p:spPr>
            <a:xfrm>
              <a:off x="66624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31"/>
            <p:cNvSpPr/>
            <p:nvPr/>
          </p:nvSpPr>
          <p:spPr>
            <a:xfrm>
              <a:off x="66624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2" name="Google Shape;752;p31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753" name="Google Shape;753;p31"/>
            <p:cNvSpPr/>
            <p:nvPr/>
          </p:nvSpPr>
          <p:spPr>
            <a:xfrm>
              <a:off x="56088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31"/>
            <p:cNvSpPr/>
            <p:nvPr/>
          </p:nvSpPr>
          <p:spPr>
            <a:xfrm>
              <a:off x="5608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31"/>
            <p:cNvSpPr/>
            <p:nvPr/>
          </p:nvSpPr>
          <p:spPr>
            <a:xfrm>
              <a:off x="5608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31"/>
            <p:cNvSpPr/>
            <p:nvPr/>
          </p:nvSpPr>
          <p:spPr>
            <a:xfrm>
              <a:off x="5608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31"/>
            <p:cNvSpPr/>
            <p:nvPr/>
          </p:nvSpPr>
          <p:spPr>
            <a:xfrm>
              <a:off x="57593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31"/>
            <p:cNvSpPr/>
            <p:nvPr/>
          </p:nvSpPr>
          <p:spPr>
            <a:xfrm>
              <a:off x="57593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31"/>
            <p:cNvSpPr/>
            <p:nvPr/>
          </p:nvSpPr>
          <p:spPr>
            <a:xfrm>
              <a:off x="57593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31"/>
            <p:cNvSpPr/>
            <p:nvPr/>
          </p:nvSpPr>
          <p:spPr>
            <a:xfrm>
              <a:off x="57593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31"/>
            <p:cNvSpPr/>
            <p:nvPr/>
          </p:nvSpPr>
          <p:spPr>
            <a:xfrm>
              <a:off x="57593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31"/>
            <p:cNvSpPr/>
            <p:nvPr/>
          </p:nvSpPr>
          <p:spPr>
            <a:xfrm>
              <a:off x="57593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31"/>
            <p:cNvSpPr/>
            <p:nvPr/>
          </p:nvSpPr>
          <p:spPr>
            <a:xfrm>
              <a:off x="57593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31"/>
            <p:cNvSpPr/>
            <p:nvPr/>
          </p:nvSpPr>
          <p:spPr>
            <a:xfrm>
              <a:off x="57593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31"/>
            <p:cNvSpPr/>
            <p:nvPr/>
          </p:nvSpPr>
          <p:spPr>
            <a:xfrm>
              <a:off x="57593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31"/>
            <p:cNvSpPr/>
            <p:nvPr/>
          </p:nvSpPr>
          <p:spPr>
            <a:xfrm>
              <a:off x="57593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31"/>
            <p:cNvSpPr/>
            <p:nvPr/>
          </p:nvSpPr>
          <p:spPr>
            <a:xfrm>
              <a:off x="57593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31"/>
            <p:cNvSpPr/>
            <p:nvPr/>
          </p:nvSpPr>
          <p:spPr>
            <a:xfrm>
              <a:off x="57593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31"/>
            <p:cNvSpPr/>
            <p:nvPr/>
          </p:nvSpPr>
          <p:spPr>
            <a:xfrm>
              <a:off x="57593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31"/>
            <p:cNvSpPr/>
            <p:nvPr/>
          </p:nvSpPr>
          <p:spPr>
            <a:xfrm>
              <a:off x="57593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31"/>
            <p:cNvSpPr/>
            <p:nvPr/>
          </p:nvSpPr>
          <p:spPr>
            <a:xfrm>
              <a:off x="57593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31"/>
            <p:cNvSpPr/>
            <p:nvPr/>
          </p:nvSpPr>
          <p:spPr>
            <a:xfrm>
              <a:off x="57593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31"/>
            <p:cNvSpPr/>
            <p:nvPr/>
          </p:nvSpPr>
          <p:spPr>
            <a:xfrm>
              <a:off x="57593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31"/>
            <p:cNvSpPr/>
            <p:nvPr/>
          </p:nvSpPr>
          <p:spPr>
            <a:xfrm>
              <a:off x="5909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31"/>
            <p:cNvSpPr/>
            <p:nvPr/>
          </p:nvSpPr>
          <p:spPr>
            <a:xfrm>
              <a:off x="59098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31"/>
            <p:cNvSpPr/>
            <p:nvPr/>
          </p:nvSpPr>
          <p:spPr>
            <a:xfrm>
              <a:off x="59098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31"/>
            <p:cNvSpPr/>
            <p:nvPr/>
          </p:nvSpPr>
          <p:spPr>
            <a:xfrm>
              <a:off x="59098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31"/>
            <p:cNvSpPr/>
            <p:nvPr/>
          </p:nvSpPr>
          <p:spPr>
            <a:xfrm>
              <a:off x="59098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31"/>
            <p:cNvSpPr/>
            <p:nvPr/>
          </p:nvSpPr>
          <p:spPr>
            <a:xfrm>
              <a:off x="59098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31"/>
            <p:cNvSpPr/>
            <p:nvPr/>
          </p:nvSpPr>
          <p:spPr>
            <a:xfrm>
              <a:off x="5909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31"/>
            <p:cNvSpPr/>
            <p:nvPr/>
          </p:nvSpPr>
          <p:spPr>
            <a:xfrm>
              <a:off x="59098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31"/>
            <p:cNvSpPr/>
            <p:nvPr/>
          </p:nvSpPr>
          <p:spPr>
            <a:xfrm>
              <a:off x="59098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31"/>
            <p:cNvSpPr/>
            <p:nvPr/>
          </p:nvSpPr>
          <p:spPr>
            <a:xfrm>
              <a:off x="59098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31"/>
            <p:cNvSpPr/>
            <p:nvPr/>
          </p:nvSpPr>
          <p:spPr>
            <a:xfrm>
              <a:off x="59098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31"/>
            <p:cNvSpPr/>
            <p:nvPr/>
          </p:nvSpPr>
          <p:spPr>
            <a:xfrm>
              <a:off x="59098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31"/>
            <p:cNvSpPr/>
            <p:nvPr/>
          </p:nvSpPr>
          <p:spPr>
            <a:xfrm>
              <a:off x="5909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31"/>
            <p:cNvSpPr/>
            <p:nvPr/>
          </p:nvSpPr>
          <p:spPr>
            <a:xfrm>
              <a:off x="60603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31"/>
            <p:cNvSpPr/>
            <p:nvPr/>
          </p:nvSpPr>
          <p:spPr>
            <a:xfrm>
              <a:off x="60603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31"/>
            <p:cNvSpPr/>
            <p:nvPr/>
          </p:nvSpPr>
          <p:spPr>
            <a:xfrm>
              <a:off x="60603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31"/>
            <p:cNvSpPr/>
            <p:nvPr/>
          </p:nvSpPr>
          <p:spPr>
            <a:xfrm>
              <a:off x="60603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31"/>
            <p:cNvSpPr/>
            <p:nvPr/>
          </p:nvSpPr>
          <p:spPr>
            <a:xfrm>
              <a:off x="60603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31"/>
            <p:cNvSpPr/>
            <p:nvPr/>
          </p:nvSpPr>
          <p:spPr>
            <a:xfrm>
              <a:off x="60603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31"/>
            <p:cNvSpPr/>
            <p:nvPr/>
          </p:nvSpPr>
          <p:spPr>
            <a:xfrm>
              <a:off x="60603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31"/>
            <p:cNvSpPr/>
            <p:nvPr/>
          </p:nvSpPr>
          <p:spPr>
            <a:xfrm>
              <a:off x="60603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31"/>
            <p:cNvSpPr/>
            <p:nvPr/>
          </p:nvSpPr>
          <p:spPr>
            <a:xfrm>
              <a:off x="6210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1"/>
            <p:cNvSpPr/>
            <p:nvPr/>
          </p:nvSpPr>
          <p:spPr>
            <a:xfrm>
              <a:off x="62108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1"/>
            <p:cNvSpPr/>
            <p:nvPr/>
          </p:nvSpPr>
          <p:spPr>
            <a:xfrm>
              <a:off x="62108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31"/>
            <p:cNvSpPr/>
            <p:nvPr/>
          </p:nvSpPr>
          <p:spPr>
            <a:xfrm>
              <a:off x="6210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31"/>
            <p:cNvSpPr/>
            <p:nvPr/>
          </p:nvSpPr>
          <p:spPr>
            <a:xfrm>
              <a:off x="62108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31"/>
            <p:cNvSpPr/>
            <p:nvPr/>
          </p:nvSpPr>
          <p:spPr>
            <a:xfrm>
              <a:off x="63613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31"/>
            <p:cNvSpPr/>
            <p:nvPr/>
          </p:nvSpPr>
          <p:spPr>
            <a:xfrm>
              <a:off x="63613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31"/>
            <p:cNvSpPr/>
            <p:nvPr/>
          </p:nvSpPr>
          <p:spPr>
            <a:xfrm>
              <a:off x="66624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3" name="Google Shape;803;p31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2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06" name="Google Shape;806;p32"/>
          <p:cNvSpPr txBox="1"/>
          <p:nvPr>
            <p:ph idx="1" type="body"/>
          </p:nvPr>
        </p:nvSpPr>
        <p:spPr>
          <a:xfrm>
            <a:off x="718300" y="1762650"/>
            <a:ext cx="3242400" cy="30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807" name="Google Shape;807;p32"/>
          <p:cNvSpPr txBox="1"/>
          <p:nvPr>
            <p:ph idx="2" type="body"/>
          </p:nvPr>
        </p:nvSpPr>
        <p:spPr>
          <a:xfrm>
            <a:off x="4156071" y="1762650"/>
            <a:ext cx="3242400" cy="30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808" name="Google Shape;808;p32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09" name="Google Shape;809;p32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810" name="Google Shape;810;p32"/>
            <p:cNvSpPr/>
            <p:nvPr/>
          </p:nvSpPr>
          <p:spPr>
            <a:xfrm>
              <a:off x="53078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32"/>
            <p:cNvSpPr/>
            <p:nvPr/>
          </p:nvSpPr>
          <p:spPr>
            <a:xfrm>
              <a:off x="53078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32"/>
            <p:cNvSpPr/>
            <p:nvPr/>
          </p:nvSpPr>
          <p:spPr>
            <a:xfrm>
              <a:off x="53078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32"/>
            <p:cNvSpPr/>
            <p:nvPr/>
          </p:nvSpPr>
          <p:spPr>
            <a:xfrm>
              <a:off x="53078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32"/>
            <p:cNvSpPr/>
            <p:nvPr/>
          </p:nvSpPr>
          <p:spPr>
            <a:xfrm>
              <a:off x="53078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32"/>
            <p:cNvSpPr/>
            <p:nvPr/>
          </p:nvSpPr>
          <p:spPr>
            <a:xfrm>
              <a:off x="53078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32"/>
            <p:cNvSpPr/>
            <p:nvPr/>
          </p:nvSpPr>
          <p:spPr>
            <a:xfrm>
              <a:off x="53078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32"/>
            <p:cNvSpPr/>
            <p:nvPr/>
          </p:nvSpPr>
          <p:spPr>
            <a:xfrm>
              <a:off x="53078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32"/>
            <p:cNvSpPr/>
            <p:nvPr/>
          </p:nvSpPr>
          <p:spPr>
            <a:xfrm>
              <a:off x="53078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32"/>
            <p:cNvSpPr/>
            <p:nvPr/>
          </p:nvSpPr>
          <p:spPr>
            <a:xfrm>
              <a:off x="53078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32"/>
            <p:cNvSpPr/>
            <p:nvPr/>
          </p:nvSpPr>
          <p:spPr>
            <a:xfrm>
              <a:off x="53078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32"/>
            <p:cNvSpPr/>
            <p:nvPr/>
          </p:nvSpPr>
          <p:spPr>
            <a:xfrm>
              <a:off x="53078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32"/>
            <p:cNvSpPr/>
            <p:nvPr/>
          </p:nvSpPr>
          <p:spPr>
            <a:xfrm>
              <a:off x="53078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32"/>
            <p:cNvSpPr/>
            <p:nvPr/>
          </p:nvSpPr>
          <p:spPr>
            <a:xfrm>
              <a:off x="53078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32"/>
            <p:cNvSpPr/>
            <p:nvPr/>
          </p:nvSpPr>
          <p:spPr>
            <a:xfrm>
              <a:off x="53078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32"/>
            <p:cNvSpPr/>
            <p:nvPr/>
          </p:nvSpPr>
          <p:spPr>
            <a:xfrm>
              <a:off x="53078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32"/>
            <p:cNvSpPr/>
            <p:nvPr/>
          </p:nvSpPr>
          <p:spPr>
            <a:xfrm>
              <a:off x="53078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32"/>
            <p:cNvSpPr/>
            <p:nvPr/>
          </p:nvSpPr>
          <p:spPr>
            <a:xfrm>
              <a:off x="53078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32"/>
            <p:cNvSpPr/>
            <p:nvPr/>
          </p:nvSpPr>
          <p:spPr>
            <a:xfrm>
              <a:off x="53078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32"/>
            <p:cNvSpPr/>
            <p:nvPr/>
          </p:nvSpPr>
          <p:spPr>
            <a:xfrm>
              <a:off x="53078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32"/>
            <p:cNvSpPr/>
            <p:nvPr/>
          </p:nvSpPr>
          <p:spPr>
            <a:xfrm>
              <a:off x="53078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32"/>
            <p:cNvSpPr/>
            <p:nvPr/>
          </p:nvSpPr>
          <p:spPr>
            <a:xfrm>
              <a:off x="53078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32"/>
            <p:cNvSpPr/>
            <p:nvPr/>
          </p:nvSpPr>
          <p:spPr>
            <a:xfrm>
              <a:off x="53078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32"/>
            <p:cNvSpPr/>
            <p:nvPr/>
          </p:nvSpPr>
          <p:spPr>
            <a:xfrm>
              <a:off x="53078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32"/>
            <p:cNvSpPr/>
            <p:nvPr/>
          </p:nvSpPr>
          <p:spPr>
            <a:xfrm>
              <a:off x="53078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32"/>
            <p:cNvSpPr/>
            <p:nvPr/>
          </p:nvSpPr>
          <p:spPr>
            <a:xfrm>
              <a:off x="53078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32"/>
            <p:cNvSpPr/>
            <p:nvPr/>
          </p:nvSpPr>
          <p:spPr>
            <a:xfrm>
              <a:off x="53078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32"/>
            <p:cNvSpPr/>
            <p:nvPr/>
          </p:nvSpPr>
          <p:spPr>
            <a:xfrm>
              <a:off x="53078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32"/>
            <p:cNvSpPr/>
            <p:nvPr/>
          </p:nvSpPr>
          <p:spPr>
            <a:xfrm>
              <a:off x="53078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32"/>
            <p:cNvSpPr/>
            <p:nvPr/>
          </p:nvSpPr>
          <p:spPr>
            <a:xfrm>
              <a:off x="53078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32"/>
            <p:cNvSpPr/>
            <p:nvPr/>
          </p:nvSpPr>
          <p:spPr>
            <a:xfrm>
              <a:off x="53078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32"/>
            <p:cNvSpPr/>
            <p:nvPr/>
          </p:nvSpPr>
          <p:spPr>
            <a:xfrm>
              <a:off x="53078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32"/>
            <p:cNvSpPr/>
            <p:nvPr/>
          </p:nvSpPr>
          <p:spPr>
            <a:xfrm>
              <a:off x="53078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32"/>
            <p:cNvSpPr/>
            <p:nvPr/>
          </p:nvSpPr>
          <p:spPr>
            <a:xfrm>
              <a:off x="53078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32"/>
            <p:cNvSpPr/>
            <p:nvPr/>
          </p:nvSpPr>
          <p:spPr>
            <a:xfrm>
              <a:off x="53078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32"/>
            <p:cNvSpPr/>
            <p:nvPr/>
          </p:nvSpPr>
          <p:spPr>
            <a:xfrm>
              <a:off x="5458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32"/>
            <p:cNvSpPr/>
            <p:nvPr/>
          </p:nvSpPr>
          <p:spPr>
            <a:xfrm>
              <a:off x="5458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32"/>
            <p:cNvSpPr/>
            <p:nvPr/>
          </p:nvSpPr>
          <p:spPr>
            <a:xfrm>
              <a:off x="5458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32"/>
            <p:cNvSpPr/>
            <p:nvPr/>
          </p:nvSpPr>
          <p:spPr>
            <a:xfrm>
              <a:off x="5458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32"/>
            <p:cNvSpPr/>
            <p:nvPr/>
          </p:nvSpPr>
          <p:spPr>
            <a:xfrm>
              <a:off x="54583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32"/>
            <p:cNvSpPr/>
            <p:nvPr/>
          </p:nvSpPr>
          <p:spPr>
            <a:xfrm>
              <a:off x="5458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32"/>
            <p:cNvSpPr/>
            <p:nvPr/>
          </p:nvSpPr>
          <p:spPr>
            <a:xfrm>
              <a:off x="5458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32"/>
            <p:cNvSpPr/>
            <p:nvPr/>
          </p:nvSpPr>
          <p:spPr>
            <a:xfrm>
              <a:off x="5458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32"/>
            <p:cNvSpPr/>
            <p:nvPr/>
          </p:nvSpPr>
          <p:spPr>
            <a:xfrm>
              <a:off x="5458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32"/>
            <p:cNvSpPr/>
            <p:nvPr/>
          </p:nvSpPr>
          <p:spPr>
            <a:xfrm>
              <a:off x="5458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32"/>
            <p:cNvSpPr/>
            <p:nvPr/>
          </p:nvSpPr>
          <p:spPr>
            <a:xfrm>
              <a:off x="54583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32"/>
            <p:cNvSpPr/>
            <p:nvPr/>
          </p:nvSpPr>
          <p:spPr>
            <a:xfrm>
              <a:off x="5458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32"/>
            <p:cNvSpPr/>
            <p:nvPr/>
          </p:nvSpPr>
          <p:spPr>
            <a:xfrm>
              <a:off x="5458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32"/>
            <p:cNvSpPr/>
            <p:nvPr/>
          </p:nvSpPr>
          <p:spPr>
            <a:xfrm>
              <a:off x="5458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32"/>
            <p:cNvSpPr/>
            <p:nvPr/>
          </p:nvSpPr>
          <p:spPr>
            <a:xfrm>
              <a:off x="54583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32"/>
            <p:cNvSpPr/>
            <p:nvPr/>
          </p:nvSpPr>
          <p:spPr>
            <a:xfrm>
              <a:off x="5458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32"/>
            <p:cNvSpPr/>
            <p:nvPr/>
          </p:nvSpPr>
          <p:spPr>
            <a:xfrm>
              <a:off x="5458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32"/>
            <p:cNvSpPr/>
            <p:nvPr/>
          </p:nvSpPr>
          <p:spPr>
            <a:xfrm>
              <a:off x="5458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32"/>
            <p:cNvSpPr/>
            <p:nvPr/>
          </p:nvSpPr>
          <p:spPr>
            <a:xfrm>
              <a:off x="54583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32"/>
            <p:cNvSpPr/>
            <p:nvPr/>
          </p:nvSpPr>
          <p:spPr>
            <a:xfrm>
              <a:off x="5458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32"/>
            <p:cNvSpPr/>
            <p:nvPr/>
          </p:nvSpPr>
          <p:spPr>
            <a:xfrm>
              <a:off x="5458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32"/>
            <p:cNvSpPr/>
            <p:nvPr/>
          </p:nvSpPr>
          <p:spPr>
            <a:xfrm>
              <a:off x="54583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7" name="Google Shape;867;p32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868" name="Google Shape;868;p32"/>
            <p:cNvSpPr/>
            <p:nvPr/>
          </p:nvSpPr>
          <p:spPr>
            <a:xfrm>
              <a:off x="54583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32"/>
            <p:cNvSpPr/>
            <p:nvPr/>
          </p:nvSpPr>
          <p:spPr>
            <a:xfrm>
              <a:off x="5458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32"/>
            <p:cNvSpPr/>
            <p:nvPr/>
          </p:nvSpPr>
          <p:spPr>
            <a:xfrm>
              <a:off x="54583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32"/>
            <p:cNvSpPr/>
            <p:nvPr/>
          </p:nvSpPr>
          <p:spPr>
            <a:xfrm>
              <a:off x="5458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32"/>
            <p:cNvSpPr/>
            <p:nvPr/>
          </p:nvSpPr>
          <p:spPr>
            <a:xfrm>
              <a:off x="54583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32"/>
            <p:cNvSpPr/>
            <p:nvPr/>
          </p:nvSpPr>
          <p:spPr>
            <a:xfrm>
              <a:off x="5458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32"/>
            <p:cNvSpPr/>
            <p:nvPr/>
          </p:nvSpPr>
          <p:spPr>
            <a:xfrm>
              <a:off x="5458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32"/>
            <p:cNvSpPr/>
            <p:nvPr/>
          </p:nvSpPr>
          <p:spPr>
            <a:xfrm>
              <a:off x="5458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32"/>
            <p:cNvSpPr/>
            <p:nvPr/>
          </p:nvSpPr>
          <p:spPr>
            <a:xfrm>
              <a:off x="5458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32"/>
            <p:cNvSpPr/>
            <p:nvPr/>
          </p:nvSpPr>
          <p:spPr>
            <a:xfrm>
              <a:off x="5458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32"/>
            <p:cNvSpPr/>
            <p:nvPr/>
          </p:nvSpPr>
          <p:spPr>
            <a:xfrm>
              <a:off x="5458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32"/>
            <p:cNvSpPr/>
            <p:nvPr/>
          </p:nvSpPr>
          <p:spPr>
            <a:xfrm>
              <a:off x="5458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32"/>
            <p:cNvSpPr/>
            <p:nvPr/>
          </p:nvSpPr>
          <p:spPr>
            <a:xfrm>
              <a:off x="5458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32"/>
            <p:cNvSpPr/>
            <p:nvPr/>
          </p:nvSpPr>
          <p:spPr>
            <a:xfrm>
              <a:off x="5608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32"/>
            <p:cNvSpPr/>
            <p:nvPr/>
          </p:nvSpPr>
          <p:spPr>
            <a:xfrm>
              <a:off x="56088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32"/>
            <p:cNvSpPr/>
            <p:nvPr/>
          </p:nvSpPr>
          <p:spPr>
            <a:xfrm>
              <a:off x="5608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32"/>
            <p:cNvSpPr/>
            <p:nvPr/>
          </p:nvSpPr>
          <p:spPr>
            <a:xfrm>
              <a:off x="56088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32"/>
            <p:cNvSpPr/>
            <p:nvPr/>
          </p:nvSpPr>
          <p:spPr>
            <a:xfrm>
              <a:off x="5608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32"/>
            <p:cNvSpPr/>
            <p:nvPr/>
          </p:nvSpPr>
          <p:spPr>
            <a:xfrm>
              <a:off x="56088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32"/>
            <p:cNvSpPr/>
            <p:nvPr/>
          </p:nvSpPr>
          <p:spPr>
            <a:xfrm>
              <a:off x="56088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32"/>
            <p:cNvSpPr/>
            <p:nvPr/>
          </p:nvSpPr>
          <p:spPr>
            <a:xfrm>
              <a:off x="5608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32"/>
            <p:cNvSpPr/>
            <p:nvPr/>
          </p:nvSpPr>
          <p:spPr>
            <a:xfrm>
              <a:off x="5608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32"/>
            <p:cNvSpPr/>
            <p:nvPr/>
          </p:nvSpPr>
          <p:spPr>
            <a:xfrm>
              <a:off x="56088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32"/>
            <p:cNvSpPr/>
            <p:nvPr/>
          </p:nvSpPr>
          <p:spPr>
            <a:xfrm>
              <a:off x="56088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32"/>
            <p:cNvSpPr/>
            <p:nvPr/>
          </p:nvSpPr>
          <p:spPr>
            <a:xfrm>
              <a:off x="56088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32"/>
            <p:cNvSpPr/>
            <p:nvPr/>
          </p:nvSpPr>
          <p:spPr>
            <a:xfrm>
              <a:off x="5608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32"/>
            <p:cNvSpPr/>
            <p:nvPr/>
          </p:nvSpPr>
          <p:spPr>
            <a:xfrm>
              <a:off x="56088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32"/>
            <p:cNvSpPr/>
            <p:nvPr/>
          </p:nvSpPr>
          <p:spPr>
            <a:xfrm>
              <a:off x="5608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32"/>
            <p:cNvSpPr/>
            <p:nvPr/>
          </p:nvSpPr>
          <p:spPr>
            <a:xfrm>
              <a:off x="5608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32"/>
            <p:cNvSpPr/>
            <p:nvPr/>
          </p:nvSpPr>
          <p:spPr>
            <a:xfrm>
              <a:off x="5608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32"/>
            <p:cNvSpPr/>
            <p:nvPr/>
          </p:nvSpPr>
          <p:spPr>
            <a:xfrm>
              <a:off x="56088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32"/>
            <p:cNvSpPr/>
            <p:nvPr/>
          </p:nvSpPr>
          <p:spPr>
            <a:xfrm>
              <a:off x="56088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32"/>
            <p:cNvSpPr/>
            <p:nvPr/>
          </p:nvSpPr>
          <p:spPr>
            <a:xfrm>
              <a:off x="5608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32"/>
            <p:cNvSpPr/>
            <p:nvPr/>
          </p:nvSpPr>
          <p:spPr>
            <a:xfrm>
              <a:off x="5608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32"/>
            <p:cNvSpPr/>
            <p:nvPr/>
          </p:nvSpPr>
          <p:spPr>
            <a:xfrm>
              <a:off x="5608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32"/>
            <p:cNvSpPr/>
            <p:nvPr/>
          </p:nvSpPr>
          <p:spPr>
            <a:xfrm>
              <a:off x="56088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32"/>
            <p:cNvSpPr/>
            <p:nvPr/>
          </p:nvSpPr>
          <p:spPr>
            <a:xfrm>
              <a:off x="5608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32"/>
            <p:cNvSpPr/>
            <p:nvPr/>
          </p:nvSpPr>
          <p:spPr>
            <a:xfrm>
              <a:off x="56088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32"/>
            <p:cNvSpPr/>
            <p:nvPr/>
          </p:nvSpPr>
          <p:spPr>
            <a:xfrm>
              <a:off x="56088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32"/>
            <p:cNvSpPr/>
            <p:nvPr/>
          </p:nvSpPr>
          <p:spPr>
            <a:xfrm>
              <a:off x="56088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32"/>
            <p:cNvSpPr/>
            <p:nvPr/>
          </p:nvSpPr>
          <p:spPr>
            <a:xfrm>
              <a:off x="5608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32"/>
            <p:cNvSpPr/>
            <p:nvPr/>
          </p:nvSpPr>
          <p:spPr>
            <a:xfrm>
              <a:off x="56088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32"/>
            <p:cNvSpPr/>
            <p:nvPr/>
          </p:nvSpPr>
          <p:spPr>
            <a:xfrm>
              <a:off x="5608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32"/>
            <p:cNvSpPr/>
            <p:nvPr/>
          </p:nvSpPr>
          <p:spPr>
            <a:xfrm>
              <a:off x="5608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32"/>
            <p:cNvSpPr/>
            <p:nvPr/>
          </p:nvSpPr>
          <p:spPr>
            <a:xfrm>
              <a:off x="57593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32"/>
            <p:cNvSpPr/>
            <p:nvPr/>
          </p:nvSpPr>
          <p:spPr>
            <a:xfrm>
              <a:off x="57593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32"/>
            <p:cNvSpPr/>
            <p:nvPr/>
          </p:nvSpPr>
          <p:spPr>
            <a:xfrm>
              <a:off x="57593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32"/>
            <p:cNvSpPr/>
            <p:nvPr/>
          </p:nvSpPr>
          <p:spPr>
            <a:xfrm>
              <a:off x="57593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32"/>
            <p:cNvSpPr/>
            <p:nvPr/>
          </p:nvSpPr>
          <p:spPr>
            <a:xfrm>
              <a:off x="57593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32"/>
            <p:cNvSpPr/>
            <p:nvPr/>
          </p:nvSpPr>
          <p:spPr>
            <a:xfrm>
              <a:off x="57593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57593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57593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57593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57593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57593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5909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59098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59098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60603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62108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6210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65119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0" name="Google Shape;930;p32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931" name="Google Shape;931;p32"/>
            <p:cNvSpPr/>
            <p:nvPr/>
          </p:nvSpPr>
          <p:spPr>
            <a:xfrm>
              <a:off x="57593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57593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57593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57593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32"/>
            <p:cNvSpPr/>
            <p:nvPr/>
          </p:nvSpPr>
          <p:spPr>
            <a:xfrm>
              <a:off x="57593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32"/>
            <p:cNvSpPr/>
            <p:nvPr/>
          </p:nvSpPr>
          <p:spPr>
            <a:xfrm>
              <a:off x="57593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32"/>
            <p:cNvSpPr/>
            <p:nvPr/>
          </p:nvSpPr>
          <p:spPr>
            <a:xfrm>
              <a:off x="57593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32"/>
            <p:cNvSpPr/>
            <p:nvPr/>
          </p:nvSpPr>
          <p:spPr>
            <a:xfrm>
              <a:off x="59098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32"/>
            <p:cNvSpPr/>
            <p:nvPr/>
          </p:nvSpPr>
          <p:spPr>
            <a:xfrm>
              <a:off x="5909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32"/>
            <p:cNvSpPr/>
            <p:nvPr/>
          </p:nvSpPr>
          <p:spPr>
            <a:xfrm>
              <a:off x="59098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32"/>
            <p:cNvSpPr/>
            <p:nvPr/>
          </p:nvSpPr>
          <p:spPr>
            <a:xfrm>
              <a:off x="59098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32"/>
            <p:cNvSpPr/>
            <p:nvPr/>
          </p:nvSpPr>
          <p:spPr>
            <a:xfrm>
              <a:off x="5909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32"/>
            <p:cNvSpPr/>
            <p:nvPr/>
          </p:nvSpPr>
          <p:spPr>
            <a:xfrm>
              <a:off x="59098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32"/>
            <p:cNvSpPr/>
            <p:nvPr/>
          </p:nvSpPr>
          <p:spPr>
            <a:xfrm>
              <a:off x="59098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32"/>
            <p:cNvSpPr/>
            <p:nvPr/>
          </p:nvSpPr>
          <p:spPr>
            <a:xfrm>
              <a:off x="59098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32"/>
            <p:cNvSpPr/>
            <p:nvPr/>
          </p:nvSpPr>
          <p:spPr>
            <a:xfrm>
              <a:off x="5909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32"/>
            <p:cNvSpPr/>
            <p:nvPr/>
          </p:nvSpPr>
          <p:spPr>
            <a:xfrm>
              <a:off x="59098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32"/>
            <p:cNvSpPr/>
            <p:nvPr/>
          </p:nvSpPr>
          <p:spPr>
            <a:xfrm>
              <a:off x="59098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32"/>
            <p:cNvSpPr/>
            <p:nvPr/>
          </p:nvSpPr>
          <p:spPr>
            <a:xfrm>
              <a:off x="59098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32"/>
            <p:cNvSpPr/>
            <p:nvPr/>
          </p:nvSpPr>
          <p:spPr>
            <a:xfrm>
              <a:off x="59098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32"/>
            <p:cNvSpPr/>
            <p:nvPr/>
          </p:nvSpPr>
          <p:spPr>
            <a:xfrm>
              <a:off x="59098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32"/>
            <p:cNvSpPr/>
            <p:nvPr/>
          </p:nvSpPr>
          <p:spPr>
            <a:xfrm>
              <a:off x="5909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32"/>
            <p:cNvSpPr/>
            <p:nvPr/>
          </p:nvSpPr>
          <p:spPr>
            <a:xfrm>
              <a:off x="5909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32"/>
            <p:cNvSpPr/>
            <p:nvPr/>
          </p:nvSpPr>
          <p:spPr>
            <a:xfrm>
              <a:off x="59098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32"/>
            <p:cNvSpPr/>
            <p:nvPr/>
          </p:nvSpPr>
          <p:spPr>
            <a:xfrm>
              <a:off x="5909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32"/>
            <p:cNvSpPr/>
            <p:nvPr/>
          </p:nvSpPr>
          <p:spPr>
            <a:xfrm>
              <a:off x="59098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32"/>
            <p:cNvSpPr/>
            <p:nvPr/>
          </p:nvSpPr>
          <p:spPr>
            <a:xfrm>
              <a:off x="60603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32"/>
            <p:cNvSpPr/>
            <p:nvPr/>
          </p:nvSpPr>
          <p:spPr>
            <a:xfrm>
              <a:off x="6060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32"/>
            <p:cNvSpPr/>
            <p:nvPr/>
          </p:nvSpPr>
          <p:spPr>
            <a:xfrm>
              <a:off x="60603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32"/>
            <p:cNvSpPr/>
            <p:nvPr/>
          </p:nvSpPr>
          <p:spPr>
            <a:xfrm>
              <a:off x="60603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32"/>
            <p:cNvSpPr/>
            <p:nvPr/>
          </p:nvSpPr>
          <p:spPr>
            <a:xfrm>
              <a:off x="60603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32"/>
            <p:cNvSpPr/>
            <p:nvPr/>
          </p:nvSpPr>
          <p:spPr>
            <a:xfrm>
              <a:off x="6060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32"/>
            <p:cNvSpPr/>
            <p:nvPr/>
          </p:nvSpPr>
          <p:spPr>
            <a:xfrm>
              <a:off x="60603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32"/>
            <p:cNvSpPr/>
            <p:nvPr/>
          </p:nvSpPr>
          <p:spPr>
            <a:xfrm>
              <a:off x="60603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32"/>
            <p:cNvSpPr/>
            <p:nvPr/>
          </p:nvSpPr>
          <p:spPr>
            <a:xfrm>
              <a:off x="60603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32"/>
            <p:cNvSpPr/>
            <p:nvPr/>
          </p:nvSpPr>
          <p:spPr>
            <a:xfrm>
              <a:off x="60603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32"/>
            <p:cNvSpPr/>
            <p:nvPr/>
          </p:nvSpPr>
          <p:spPr>
            <a:xfrm>
              <a:off x="6060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32"/>
            <p:cNvSpPr/>
            <p:nvPr/>
          </p:nvSpPr>
          <p:spPr>
            <a:xfrm>
              <a:off x="60603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32"/>
            <p:cNvSpPr/>
            <p:nvPr/>
          </p:nvSpPr>
          <p:spPr>
            <a:xfrm>
              <a:off x="60603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32"/>
            <p:cNvSpPr/>
            <p:nvPr/>
          </p:nvSpPr>
          <p:spPr>
            <a:xfrm>
              <a:off x="60603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32"/>
            <p:cNvSpPr/>
            <p:nvPr/>
          </p:nvSpPr>
          <p:spPr>
            <a:xfrm>
              <a:off x="60603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32"/>
            <p:cNvSpPr/>
            <p:nvPr/>
          </p:nvSpPr>
          <p:spPr>
            <a:xfrm>
              <a:off x="60603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32"/>
            <p:cNvSpPr/>
            <p:nvPr/>
          </p:nvSpPr>
          <p:spPr>
            <a:xfrm>
              <a:off x="60603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32"/>
            <p:cNvSpPr/>
            <p:nvPr/>
          </p:nvSpPr>
          <p:spPr>
            <a:xfrm>
              <a:off x="60603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32"/>
            <p:cNvSpPr/>
            <p:nvPr/>
          </p:nvSpPr>
          <p:spPr>
            <a:xfrm>
              <a:off x="60603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32"/>
            <p:cNvSpPr/>
            <p:nvPr/>
          </p:nvSpPr>
          <p:spPr>
            <a:xfrm>
              <a:off x="60603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32"/>
            <p:cNvSpPr/>
            <p:nvPr/>
          </p:nvSpPr>
          <p:spPr>
            <a:xfrm>
              <a:off x="60603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32"/>
            <p:cNvSpPr/>
            <p:nvPr/>
          </p:nvSpPr>
          <p:spPr>
            <a:xfrm>
              <a:off x="60603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32"/>
            <p:cNvSpPr/>
            <p:nvPr/>
          </p:nvSpPr>
          <p:spPr>
            <a:xfrm>
              <a:off x="6060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32"/>
            <p:cNvSpPr/>
            <p:nvPr/>
          </p:nvSpPr>
          <p:spPr>
            <a:xfrm>
              <a:off x="60603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32"/>
            <p:cNvSpPr/>
            <p:nvPr/>
          </p:nvSpPr>
          <p:spPr>
            <a:xfrm>
              <a:off x="60603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32"/>
            <p:cNvSpPr/>
            <p:nvPr/>
          </p:nvSpPr>
          <p:spPr>
            <a:xfrm>
              <a:off x="60603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32"/>
            <p:cNvSpPr/>
            <p:nvPr/>
          </p:nvSpPr>
          <p:spPr>
            <a:xfrm>
              <a:off x="62108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32"/>
            <p:cNvSpPr/>
            <p:nvPr/>
          </p:nvSpPr>
          <p:spPr>
            <a:xfrm>
              <a:off x="62108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32"/>
            <p:cNvSpPr/>
            <p:nvPr/>
          </p:nvSpPr>
          <p:spPr>
            <a:xfrm>
              <a:off x="62108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32"/>
            <p:cNvSpPr/>
            <p:nvPr/>
          </p:nvSpPr>
          <p:spPr>
            <a:xfrm>
              <a:off x="6210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32"/>
            <p:cNvSpPr/>
            <p:nvPr/>
          </p:nvSpPr>
          <p:spPr>
            <a:xfrm>
              <a:off x="62108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32"/>
            <p:cNvSpPr/>
            <p:nvPr/>
          </p:nvSpPr>
          <p:spPr>
            <a:xfrm>
              <a:off x="62108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32"/>
            <p:cNvSpPr/>
            <p:nvPr/>
          </p:nvSpPr>
          <p:spPr>
            <a:xfrm>
              <a:off x="62108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32"/>
            <p:cNvSpPr/>
            <p:nvPr/>
          </p:nvSpPr>
          <p:spPr>
            <a:xfrm>
              <a:off x="62108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32"/>
            <p:cNvSpPr/>
            <p:nvPr/>
          </p:nvSpPr>
          <p:spPr>
            <a:xfrm>
              <a:off x="6210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32"/>
            <p:cNvSpPr/>
            <p:nvPr/>
          </p:nvSpPr>
          <p:spPr>
            <a:xfrm>
              <a:off x="62108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32"/>
            <p:cNvSpPr/>
            <p:nvPr/>
          </p:nvSpPr>
          <p:spPr>
            <a:xfrm>
              <a:off x="62108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32"/>
            <p:cNvSpPr/>
            <p:nvPr/>
          </p:nvSpPr>
          <p:spPr>
            <a:xfrm>
              <a:off x="62108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32"/>
            <p:cNvSpPr/>
            <p:nvPr/>
          </p:nvSpPr>
          <p:spPr>
            <a:xfrm>
              <a:off x="62108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32"/>
            <p:cNvSpPr/>
            <p:nvPr/>
          </p:nvSpPr>
          <p:spPr>
            <a:xfrm>
              <a:off x="62108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32"/>
            <p:cNvSpPr/>
            <p:nvPr/>
          </p:nvSpPr>
          <p:spPr>
            <a:xfrm>
              <a:off x="62108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32"/>
            <p:cNvSpPr/>
            <p:nvPr/>
          </p:nvSpPr>
          <p:spPr>
            <a:xfrm>
              <a:off x="62108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32"/>
            <p:cNvSpPr/>
            <p:nvPr/>
          </p:nvSpPr>
          <p:spPr>
            <a:xfrm>
              <a:off x="6210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32"/>
            <p:cNvSpPr/>
            <p:nvPr/>
          </p:nvSpPr>
          <p:spPr>
            <a:xfrm>
              <a:off x="62108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32"/>
            <p:cNvSpPr/>
            <p:nvPr/>
          </p:nvSpPr>
          <p:spPr>
            <a:xfrm>
              <a:off x="62108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32"/>
            <p:cNvSpPr/>
            <p:nvPr/>
          </p:nvSpPr>
          <p:spPr>
            <a:xfrm>
              <a:off x="62108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32"/>
            <p:cNvSpPr/>
            <p:nvPr/>
          </p:nvSpPr>
          <p:spPr>
            <a:xfrm>
              <a:off x="63613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32"/>
            <p:cNvSpPr/>
            <p:nvPr/>
          </p:nvSpPr>
          <p:spPr>
            <a:xfrm>
              <a:off x="63613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32"/>
            <p:cNvSpPr/>
            <p:nvPr/>
          </p:nvSpPr>
          <p:spPr>
            <a:xfrm>
              <a:off x="63613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32"/>
            <p:cNvSpPr/>
            <p:nvPr/>
          </p:nvSpPr>
          <p:spPr>
            <a:xfrm>
              <a:off x="63613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32"/>
            <p:cNvSpPr/>
            <p:nvPr/>
          </p:nvSpPr>
          <p:spPr>
            <a:xfrm>
              <a:off x="63613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32"/>
            <p:cNvSpPr/>
            <p:nvPr/>
          </p:nvSpPr>
          <p:spPr>
            <a:xfrm>
              <a:off x="63613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32"/>
            <p:cNvSpPr/>
            <p:nvPr/>
          </p:nvSpPr>
          <p:spPr>
            <a:xfrm>
              <a:off x="63613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32"/>
            <p:cNvSpPr/>
            <p:nvPr/>
          </p:nvSpPr>
          <p:spPr>
            <a:xfrm>
              <a:off x="63613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32"/>
            <p:cNvSpPr/>
            <p:nvPr/>
          </p:nvSpPr>
          <p:spPr>
            <a:xfrm>
              <a:off x="63613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32"/>
            <p:cNvSpPr/>
            <p:nvPr/>
          </p:nvSpPr>
          <p:spPr>
            <a:xfrm>
              <a:off x="63613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32"/>
            <p:cNvSpPr/>
            <p:nvPr/>
          </p:nvSpPr>
          <p:spPr>
            <a:xfrm>
              <a:off x="63613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32"/>
            <p:cNvSpPr/>
            <p:nvPr/>
          </p:nvSpPr>
          <p:spPr>
            <a:xfrm>
              <a:off x="63613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32"/>
            <p:cNvSpPr/>
            <p:nvPr/>
          </p:nvSpPr>
          <p:spPr>
            <a:xfrm>
              <a:off x="63613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32"/>
            <p:cNvSpPr/>
            <p:nvPr/>
          </p:nvSpPr>
          <p:spPr>
            <a:xfrm>
              <a:off x="63613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32"/>
            <p:cNvSpPr/>
            <p:nvPr/>
          </p:nvSpPr>
          <p:spPr>
            <a:xfrm>
              <a:off x="63613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32"/>
            <p:cNvSpPr/>
            <p:nvPr/>
          </p:nvSpPr>
          <p:spPr>
            <a:xfrm>
              <a:off x="63613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32"/>
            <p:cNvSpPr/>
            <p:nvPr/>
          </p:nvSpPr>
          <p:spPr>
            <a:xfrm>
              <a:off x="63613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32"/>
            <p:cNvSpPr/>
            <p:nvPr/>
          </p:nvSpPr>
          <p:spPr>
            <a:xfrm>
              <a:off x="63613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32"/>
            <p:cNvSpPr/>
            <p:nvPr/>
          </p:nvSpPr>
          <p:spPr>
            <a:xfrm>
              <a:off x="65119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32"/>
            <p:cNvSpPr/>
            <p:nvPr/>
          </p:nvSpPr>
          <p:spPr>
            <a:xfrm>
              <a:off x="65119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32"/>
            <p:cNvSpPr/>
            <p:nvPr/>
          </p:nvSpPr>
          <p:spPr>
            <a:xfrm>
              <a:off x="65119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32"/>
            <p:cNvSpPr/>
            <p:nvPr/>
          </p:nvSpPr>
          <p:spPr>
            <a:xfrm>
              <a:off x="65119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32"/>
            <p:cNvSpPr/>
            <p:nvPr/>
          </p:nvSpPr>
          <p:spPr>
            <a:xfrm>
              <a:off x="65119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32"/>
            <p:cNvSpPr/>
            <p:nvPr/>
          </p:nvSpPr>
          <p:spPr>
            <a:xfrm>
              <a:off x="65119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32"/>
            <p:cNvSpPr/>
            <p:nvPr/>
          </p:nvSpPr>
          <p:spPr>
            <a:xfrm>
              <a:off x="65119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32"/>
            <p:cNvSpPr/>
            <p:nvPr/>
          </p:nvSpPr>
          <p:spPr>
            <a:xfrm>
              <a:off x="65119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32"/>
            <p:cNvSpPr/>
            <p:nvPr/>
          </p:nvSpPr>
          <p:spPr>
            <a:xfrm>
              <a:off x="66624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32"/>
            <p:cNvSpPr/>
            <p:nvPr/>
          </p:nvSpPr>
          <p:spPr>
            <a:xfrm>
              <a:off x="66624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32"/>
            <p:cNvSpPr/>
            <p:nvPr/>
          </p:nvSpPr>
          <p:spPr>
            <a:xfrm>
              <a:off x="66624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2" name="Google Shape;1032;p32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033" name="Google Shape;1033;p32"/>
            <p:cNvSpPr/>
            <p:nvPr/>
          </p:nvSpPr>
          <p:spPr>
            <a:xfrm>
              <a:off x="56088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32"/>
            <p:cNvSpPr/>
            <p:nvPr/>
          </p:nvSpPr>
          <p:spPr>
            <a:xfrm>
              <a:off x="5608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32"/>
            <p:cNvSpPr/>
            <p:nvPr/>
          </p:nvSpPr>
          <p:spPr>
            <a:xfrm>
              <a:off x="5608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32"/>
            <p:cNvSpPr/>
            <p:nvPr/>
          </p:nvSpPr>
          <p:spPr>
            <a:xfrm>
              <a:off x="5608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32"/>
            <p:cNvSpPr/>
            <p:nvPr/>
          </p:nvSpPr>
          <p:spPr>
            <a:xfrm>
              <a:off x="57593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32"/>
            <p:cNvSpPr/>
            <p:nvPr/>
          </p:nvSpPr>
          <p:spPr>
            <a:xfrm>
              <a:off x="57593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32"/>
            <p:cNvSpPr/>
            <p:nvPr/>
          </p:nvSpPr>
          <p:spPr>
            <a:xfrm>
              <a:off x="57593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32"/>
            <p:cNvSpPr/>
            <p:nvPr/>
          </p:nvSpPr>
          <p:spPr>
            <a:xfrm>
              <a:off x="57593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32"/>
            <p:cNvSpPr/>
            <p:nvPr/>
          </p:nvSpPr>
          <p:spPr>
            <a:xfrm>
              <a:off x="57593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32"/>
            <p:cNvSpPr/>
            <p:nvPr/>
          </p:nvSpPr>
          <p:spPr>
            <a:xfrm>
              <a:off x="57593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32"/>
            <p:cNvSpPr/>
            <p:nvPr/>
          </p:nvSpPr>
          <p:spPr>
            <a:xfrm>
              <a:off x="57593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32"/>
            <p:cNvSpPr/>
            <p:nvPr/>
          </p:nvSpPr>
          <p:spPr>
            <a:xfrm>
              <a:off x="57593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32"/>
            <p:cNvSpPr/>
            <p:nvPr/>
          </p:nvSpPr>
          <p:spPr>
            <a:xfrm>
              <a:off x="57593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32"/>
            <p:cNvSpPr/>
            <p:nvPr/>
          </p:nvSpPr>
          <p:spPr>
            <a:xfrm>
              <a:off x="57593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32"/>
            <p:cNvSpPr/>
            <p:nvPr/>
          </p:nvSpPr>
          <p:spPr>
            <a:xfrm>
              <a:off x="57593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32"/>
            <p:cNvSpPr/>
            <p:nvPr/>
          </p:nvSpPr>
          <p:spPr>
            <a:xfrm>
              <a:off x="57593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32"/>
            <p:cNvSpPr/>
            <p:nvPr/>
          </p:nvSpPr>
          <p:spPr>
            <a:xfrm>
              <a:off x="57593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32"/>
            <p:cNvSpPr/>
            <p:nvPr/>
          </p:nvSpPr>
          <p:spPr>
            <a:xfrm>
              <a:off x="57593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32"/>
            <p:cNvSpPr/>
            <p:nvPr/>
          </p:nvSpPr>
          <p:spPr>
            <a:xfrm>
              <a:off x="57593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32"/>
            <p:cNvSpPr/>
            <p:nvPr/>
          </p:nvSpPr>
          <p:spPr>
            <a:xfrm>
              <a:off x="57593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32"/>
            <p:cNvSpPr/>
            <p:nvPr/>
          </p:nvSpPr>
          <p:spPr>
            <a:xfrm>
              <a:off x="57593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32"/>
            <p:cNvSpPr/>
            <p:nvPr/>
          </p:nvSpPr>
          <p:spPr>
            <a:xfrm>
              <a:off x="5909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32"/>
            <p:cNvSpPr/>
            <p:nvPr/>
          </p:nvSpPr>
          <p:spPr>
            <a:xfrm>
              <a:off x="59098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32"/>
            <p:cNvSpPr/>
            <p:nvPr/>
          </p:nvSpPr>
          <p:spPr>
            <a:xfrm>
              <a:off x="59098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32"/>
            <p:cNvSpPr/>
            <p:nvPr/>
          </p:nvSpPr>
          <p:spPr>
            <a:xfrm>
              <a:off x="59098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32"/>
            <p:cNvSpPr/>
            <p:nvPr/>
          </p:nvSpPr>
          <p:spPr>
            <a:xfrm>
              <a:off x="59098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32"/>
            <p:cNvSpPr/>
            <p:nvPr/>
          </p:nvSpPr>
          <p:spPr>
            <a:xfrm>
              <a:off x="59098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32"/>
            <p:cNvSpPr/>
            <p:nvPr/>
          </p:nvSpPr>
          <p:spPr>
            <a:xfrm>
              <a:off x="5909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32"/>
            <p:cNvSpPr/>
            <p:nvPr/>
          </p:nvSpPr>
          <p:spPr>
            <a:xfrm>
              <a:off x="59098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32"/>
            <p:cNvSpPr/>
            <p:nvPr/>
          </p:nvSpPr>
          <p:spPr>
            <a:xfrm>
              <a:off x="59098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32"/>
            <p:cNvSpPr/>
            <p:nvPr/>
          </p:nvSpPr>
          <p:spPr>
            <a:xfrm>
              <a:off x="59098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32"/>
            <p:cNvSpPr/>
            <p:nvPr/>
          </p:nvSpPr>
          <p:spPr>
            <a:xfrm>
              <a:off x="59098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32"/>
            <p:cNvSpPr/>
            <p:nvPr/>
          </p:nvSpPr>
          <p:spPr>
            <a:xfrm>
              <a:off x="59098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32"/>
            <p:cNvSpPr/>
            <p:nvPr/>
          </p:nvSpPr>
          <p:spPr>
            <a:xfrm>
              <a:off x="5909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32"/>
            <p:cNvSpPr/>
            <p:nvPr/>
          </p:nvSpPr>
          <p:spPr>
            <a:xfrm>
              <a:off x="60603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32"/>
            <p:cNvSpPr/>
            <p:nvPr/>
          </p:nvSpPr>
          <p:spPr>
            <a:xfrm>
              <a:off x="60603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32"/>
            <p:cNvSpPr/>
            <p:nvPr/>
          </p:nvSpPr>
          <p:spPr>
            <a:xfrm>
              <a:off x="60603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32"/>
            <p:cNvSpPr/>
            <p:nvPr/>
          </p:nvSpPr>
          <p:spPr>
            <a:xfrm>
              <a:off x="60603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32"/>
            <p:cNvSpPr/>
            <p:nvPr/>
          </p:nvSpPr>
          <p:spPr>
            <a:xfrm>
              <a:off x="60603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32"/>
            <p:cNvSpPr/>
            <p:nvPr/>
          </p:nvSpPr>
          <p:spPr>
            <a:xfrm>
              <a:off x="60603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32"/>
            <p:cNvSpPr/>
            <p:nvPr/>
          </p:nvSpPr>
          <p:spPr>
            <a:xfrm>
              <a:off x="60603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32"/>
            <p:cNvSpPr/>
            <p:nvPr/>
          </p:nvSpPr>
          <p:spPr>
            <a:xfrm>
              <a:off x="60603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32"/>
            <p:cNvSpPr/>
            <p:nvPr/>
          </p:nvSpPr>
          <p:spPr>
            <a:xfrm>
              <a:off x="6210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32"/>
            <p:cNvSpPr/>
            <p:nvPr/>
          </p:nvSpPr>
          <p:spPr>
            <a:xfrm>
              <a:off x="62108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32"/>
            <p:cNvSpPr/>
            <p:nvPr/>
          </p:nvSpPr>
          <p:spPr>
            <a:xfrm>
              <a:off x="62108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6210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62108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32"/>
            <p:cNvSpPr/>
            <p:nvPr/>
          </p:nvSpPr>
          <p:spPr>
            <a:xfrm>
              <a:off x="63613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32"/>
            <p:cNvSpPr/>
            <p:nvPr/>
          </p:nvSpPr>
          <p:spPr>
            <a:xfrm>
              <a:off x="63613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32"/>
            <p:cNvSpPr/>
            <p:nvPr/>
          </p:nvSpPr>
          <p:spPr>
            <a:xfrm>
              <a:off x="66624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accent5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4" name="Google Shape;1084;p33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085" name="Google Shape;1085;p33"/>
            <p:cNvSpPr/>
            <p:nvPr/>
          </p:nvSpPr>
          <p:spPr>
            <a:xfrm>
              <a:off x="53078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33"/>
            <p:cNvSpPr/>
            <p:nvPr/>
          </p:nvSpPr>
          <p:spPr>
            <a:xfrm>
              <a:off x="53078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33"/>
            <p:cNvSpPr/>
            <p:nvPr/>
          </p:nvSpPr>
          <p:spPr>
            <a:xfrm>
              <a:off x="53078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33"/>
            <p:cNvSpPr/>
            <p:nvPr/>
          </p:nvSpPr>
          <p:spPr>
            <a:xfrm>
              <a:off x="53078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33"/>
            <p:cNvSpPr/>
            <p:nvPr/>
          </p:nvSpPr>
          <p:spPr>
            <a:xfrm>
              <a:off x="53078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33"/>
            <p:cNvSpPr/>
            <p:nvPr/>
          </p:nvSpPr>
          <p:spPr>
            <a:xfrm>
              <a:off x="53078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33"/>
            <p:cNvSpPr/>
            <p:nvPr/>
          </p:nvSpPr>
          <p:spPr>
            <a:xfrm>
              <a:off x="53078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33"/>
            <p:cNvSpPr/>
            <p:nvPr/>
          </p:nvSpPr>
          <p:spPr>
            <a:xfrm>
              <a:off x="53078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33"/>
            <p:cNvSpPr/>
            <p:nvPr/>
          </p:nvSpPr>
          <p:spPr>
            <a:xfrm>
              <a:off x="53078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33"/>
            <p:cNvSpPr/>
            <p:nvPr/>
          </p:nvSpPr>
          <p:spPr>
            <a:xfrm>
              <a:off x="53078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33"/>
            <p:cNvSpPr/>
            <p:nvPr/>
          </p:nvSpPr>
          <p:spPr>
            <a:xfrm>
              <a:off x="53078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33"/>
            <p:cNvSpPr/>
            <p:nvPr/>
          </p:nvSpPr>
          <p:spPr>
            <a:xfrm>
              <a:off x="53078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33"/>
            <p:cNvSpPr/>
            <p:nvPr/>
          </p:nvSpPr>
          <p:spPr>
            <a:xfrm>
              <a:off x="53078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33"/>
            <p:cNvSpPr/>
            <p:nvPr/>
          </p:nvSpPr>
          <p:spPr>
            <a:xfrm>
              <a:off x="53078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33"/>
            <p:cNvSpPr/>
            <p:nvPr/>
          </p:nvSpPr>
          <p:spPr>
            <a:xfrm>
              <a:off x="53078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33"/>
            <p:cNvSpPr/>
            <p:nvPr/>
          </p:nvSpPr>
          <p:spPr>
            <a:xfrm>
              <a:off x="53078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33"/>
            <p:cNvSpPr/>
            <p:nvPr/>
          </p:nvSpPr>
          <p:spPr>
            <a:xfrm>
              <a:off x="53078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33"/>
            <p:cNvSpPr/>
            <p:nvPr/>
          </p:nvSpPr>
          <p:spPr>
            <a:xfrm>
              <a:off x="53078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33"/>
            <p:cNvSpPr/>
            <p:nvPr/>
          </p:nvSpPr>
          <p:spPr>
            <a:xfrm>
              <a:off x="53078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33"/>
            <p:cNvSpPr/>
            <p:nvPr/>
          </p:nvSpPr>
          <p:spPr>
            <a:xfrm>
              <a:off x="53078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33"/>
            <p:cNvSpPr/>
            <p:nvPr/>
          </p:nvSpPr>
          <p:spPr>
            <a:xfrm>
              <a:off x="53078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33"/>
            <p:cNvSpPr/>
            <p:nvPr/>
          </p:nvSpPr>
          <p:spPr>
            <a:xfrm>
              <a:off x="53078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33"/>
            <p:cNvSpPr/>
            <p:nvPr/>
          </p:nvSpPr>
          <p:spPr>
            <a:xfrm>
              <a:off x="53078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33"/>
            <p:cNvSpPr/>
            <p:nvPr/>
          </p:nvSpPr>
          <p:spPr>
            <a:xfrm>
              <a:off x="53078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33"/>
            <p:cNvSpPr/>
            <p:nvPr/>
          </p:nvSpPr>
          <p:spPr>
            <a:xfrm>
              <a:off x="53078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33"/>
            <p:cNvSpPr/>
            <p:nvPr/>
          </p:nvSpPr>
          <p:spPr>
            <a:xfrm>
              <a:off x="53078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33"/>
            <p:cNvSpPr/>
            <p:nvPr/>
          </p:nvSpPr>
          <p:spPr>
            <a:xfrm>
              <a:off x="53078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33"/>
            <p:cNvSpPr/>
            <p:nvPr/>
          </p:nvSpPr>
          <p:spPr>
            <a:xfrm>
              <a:off x="53078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33"/>
            <p:cNvSpPr/>
            <p:nvPr/>
          </p:nvSpPr>
          <p:spPr>
            <a:xfrm>
              <a:off x="53078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33"/>
            <p:cNvSpPr/>
            <p:nvPr/>
          </p:nvSpPr>
          <p:spPr>
            <a:xfrm>
              <a:off x="53078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33"/>
            <p:cNvSpPr/>
            <p:nvPr/>
          </p:nvSpPr>
          <p:spPr>
            <a:xfrm>
              <a:off x="53078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33"/>
            <p:cNvSpPr/>
            <p:nvPr/>
          </p:nvSpPr>
          <p:spPr>
            <a:xfrm>
              <a:off x="53078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33"/>
            <p:cNvSpPr/>
            <p:nvPr/>
          </p:nvSpPr>
          <p:spPr>
            <a:xfrm>
              <a:off x="53078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33"/>
            <p:cNvSpPr/>
            <p:nvPr/>
          </p:nvSpPr>
          <p:spPr>
            <a:xfrm>
              <a:off x="53078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33"/>
            <p:cNvSpPr/>
            <p:nvPr/>
          </p:nvSpPr>
          <p:spPr>
            <a:xfrm>
              <a:off x="53078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33"/>
            <p:cNvSpPr/>
            <p:nvPr/>
          </p:nvSpPr>
          <p:spPr>
            <a:xfrm>
              <a:off x="5458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33"/>
            <p:cNvSpPr/>
            <p:nvPr/>
          </p:nvSpPr>
          <p:spPr>
            <a:xfrm>
              <a:off x="5458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33"/>
            <p:cNvSpPr/>
            <p:nvPr/>
          </p:nvSpPr>
          <p:spPr>
            <a:xfrm>
              <a:off x="5458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33"/>
            <p:cNvSpPr/>
            <p:nvPr/>
          </p:nvSpPr>
          <p:spPr>
            <a:xfrm>
              <a:off x="5458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33"/>
            <p:cNvSpPr/>
            <p:nvPr/>
          </p:nvSpPr>
          <p:spPr>
            <a:xfrm>
              <a:off x="54583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33"/>
            <p:cNvSpPr/>
            <p:nvPr/>
          </p:nvSpPr>
          <p:spPr>
            <a:xfrm>
              <a:off x="5458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33"/>
            <p:cNvSpPr/>
            <p:nvPr/>
          </p:nvSpPr>
          <p:spPr>
            <a:xfrm>
              <a:off x="5458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33"/>
            <p:cNvSpPr/>
            <p:nvPr/>
          </p:nvSpPr>
          <p:spPr>
            <a:xfrm>
              <a:off x="5458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33"/>
            <p:cNvSpPr/>
            <p:nvPr/>
          </p:nvSpPr>
          <p:spPr>
            <a:xfrm>
              <a:off x="5458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33"/>
            <p:cNvSpPr/>
            <p:nvPr/>
          </p:nvSpPr>
          <p:spPr>
            <a:xfrm>
              <a:off x="5458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33"/>
            <p:cNvSpPr/>
            <p:nvPr/>
          </p:nvSpPr>
          <p:spPr>
            <a:xfrm>
              <a:off x="54583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33"/>
            <p:cNvSpPr/>
            <p:nvPr/>
          </p:nvSpPr>
          <p:spPr>
            <a:xfrm>
              <a:off x="5458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33"/>
            <p:cNvSpPr/>
            <p:nvPr/>
          </p:nvSpPr>
          <p:spPr>
            <a:xfrm>
              <a:off x="5458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33"/>
            <p:cNvSpPr/>
            <p:nvPr/>
          </p:nvSpPr>
          <p:spPr>
            <a:xfrm>
              <a:off x="5458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33"/>
            <p:cNvSpPr/>
            <p:nvPr/>
          </p:nvSpPr>
          <p:spPr>
            <a:xfrm>
              <a:off x="54583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33"/>
            <p:cNvSpPr/>
            <p:nvPr/>
          </p:nvSpPr>
          <p:spPr>
            <a:xfrm>
              <a:off x="5458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33"/>
            <p:cNvSpPr/>
            <p:nvPr/>
          </p:nvSpPr>
          <p:spPr>
            <a:xfrm>
              <a:off x="5458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33"/>
            <p:cNvSpPr/>
            <p:nvPr/>
          </p:nvSpPr>
          <p:spPr>
            <a:xfrm>
              <a:off x="5458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33"/>
            <p:cNvSpPr/>
            <p:nvPr/>
          </p:nvSpPr>
          <p:spPr>
            <a:xfrm>
              <a:off x="54583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5458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5458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54583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2" name="Google Shape;1142;p33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143" name="Google Shape;1143;p33"/>
            <p:cNvSpPr/>
            <p:nvPr/>
          </p:nvSpPr>
          <p:spPr>
            <a:xfrm>
              <a:off x="54583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5458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54583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33"/>
            <p:cNvSpPr/>
            <p:nvPr/>
          </p:nvSpPr>
          <p:spPr>
            <a:xfrm>
              <a:off x="5458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33"/>
            <p:cNvSpPr/>
            <p:nvPr/>
          </p:nvSpPr>
          <p:spPr>
            <a:xfrm>
              <a:off x="54583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33"/>
            <p:cNvSpPr/>
            <p:nvPr/>
          </p:nvSpPr>
          <p:spPr>
            <a:xfrm>
              <a:off x="5458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33"/>
            <p:cNvSpPr/>
            <p:nvPr/>
          </p:nvSpPr>
          <p:spPr>
            <a:xfrm>
              <a:off x="5458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33"/>
            <p:cNvSpPr/>
            <p:nvPr/>
          </p:nvSpPr>
          <p:spPr>
            <a:xfrm>
              <a:off x="5458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33"/>
            <p:cNvSpPr/>
            <p:nvPr/>
          </p:nvSpPr>
          <p:spPr>
            <a:xfrm>
              <a:off x="5458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33"/>
            <p:cNvSpPr/>
            <p:nvPr/>
          </p:nvSpPr>
          <p:spPr>
            <a:xfrm>
              <a:off x="5458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33"/>
            <p:cNvSpPr/>
            <p:nvPr/>
          </p:nvSpPr>
          <p:spPr>
            <a:xfrm>
              <a:off x="5458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33"/>
            <p:cNvSpPr/>
            <p:nvPr/>
          </p:nvSpPr>
          <p:spPr>
            <a:xfrm>
              <a:off x="5458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33"/>
            <p:cNvSpPr/>
            <p:nvPr/>
          </p:nvSpPr>
          <p:spPr>
            <a:xfrm>
              <a:off x="5458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33"/>
            <p:cNvSpPr/>
            <p:nvPr/>
          </p:nvSpPr>
          <p:spPr>
            <a:xfrm>
              <a:off x="5608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33"/>
            <p:cNvSpPr/>
            <p:nvPr/>
          </p:nvSpPr>
          <p:spPr>
            <a:xfrm>
              <a:off x="56088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33"/>
            <p:cNvSpPr/>
            <p:nvPr/>
          </p:nvSpPr>
          <p:spPr>
            <a:xfrm>
              <a:off x="5608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33"/>
            <p:cNvSpPr/>
            <p:nvPr/>
          </p:nvSpPr>
          <p:spPr>
            <a:xfrm>
              <a:off x="56088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33"/>
            <p:cNvSpPr/>
            <p:nvPr/>
          </p:nvSpPr>
          <p:spPr>
            <a:xfrm>
              <a:off x="5608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33"/>
            <p:cNvSpPr/>
            <p:nvPr/>
          </p:nvSpPr>
          <p:spPr>
            <a:xfrm>
              <a:off x="56088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33"/>
            <p:cNvSpPr/>
            <p:nvPr/>
          </p:nvSpPr>
          <p:spPr>
            <a:xfrm>
              <a:off x="56088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33"/>
            <p:cNvSpPr/>
            <p:nvPr/>
          </p:nvSpPr>
          <p:spPr>
            <a:xfrm>
              <a:off x="5608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33"/>
            <p:cNvSpPr/>
            <p:nvPr/>
          </p:nvSpPr>
          <p:spPr>
            <a:xfrm>
              <a:off x="5608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33"/>
            <p:cNvSpPr/>
            <p:nvPr/>
          </p:nvSpPr>
          <p:spPr>
            <a:xfrm>
              <a:off x="56088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33"/>
            <p:cNvSpPr/>
            <p:nvPr/>
          </p:nvSpPr>
          <p:spPr>
            <a:xfrm>
              <a:off x="56088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33"/>
            <p:cNvSpPr/>
            <p:nvPr/>
          </p:nvSpPr>
          <p:spPr>
            <a:xfrm>
              <a:off x="56088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33"/>
            <p:cNvSpPr/>
            <p:nvPr/>
          </p:nvSpPr>
          <p:spPr>
            <a:xfrm>
              <a:off x="5608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33"/>
            <p:cNvSpPr/>
            <p:nvPr/>
          </p:nvSpPr>
          <p:spPr>
            <a:xfrm>
              <a:off x="56088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33"/>
            <p:cNvSpPr/>
            <p:nvPr/>
          </p:nvSpPr>
          <p:spPr>
            <a:xfrm>
              <a:off x="5608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33"/>
            <p:cNvSpPr/>
            <p:nvPr/>
          </p:nvSpPr>
          <p:spPr>
            <a:xfrm>
              <a:off x="5608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33"/>
            <p:cNvSpPr/>
            <p:nvPr/>
          </p:nvSpPr>
          <p:spPr>
            <a:xfrm>
              <a:off x="5608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33"/>
            <p:cNvSpPr/>
            <p:nvPr/>
          </p:nvSpPr>
          <p:spPr>
            <a:xfrm>
              <a:off x="56088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33"/>
            <p:cNvSpPr/>
            <p:nvPr/>
          </p:nvSpPr>
          <p:spPr>
            <a:xfrm>
              <a:off x="56088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33"/>
            <p:cNvSpPr/>
            <p:nvPr/>
          </p:nvSpPr>
          <p:spPr>
            <a:xfrm>
              <a:off x="5608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33"/>
            <p:cNvSpPr/>
            <p:nvPr/>
          </p:nvSpPr>
          <p:spPr>
            <a:xfrm>
              <a:off x="5608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33"/>
            <p:cNvSpPr/>
            <p:nvPr/>
          </p:nvSpPr>
          <p:spPr>
            <a:xfrm>
              <a:off x="5608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33"/>
            <p:cNvSpPr/>
            <p:nvPr/>
          </p:nvSpPr>
          <p:spPr>
            <a:xfrm>
              <a:off x="56088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33"/>
            <p:cNvSpPr/>
            <p:nvPr/>
          </p:nvSpPr>
          <p:spPr>
            <a:xfrm>
              <a:off x="5608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33"/>
            <p:cNvSpPr/>
            <p:nvPr/>
          </p:nvSpPr>
          <p:spPr>
            <a:xfrm>
              <a:off x="56088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33"/>
            <p:cNvSpPr/>
            <p:nvPr/>
          </p:nvSpPr>
          <p:spPr>
            <a:xfrm>
              <a:off x="56088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33"/>
            <p:cNvSpPr/>
            <p:nvPr/>
          </p:nvSpPr>
          <p:spPr>
            <a:xfrm>
              <a:off x="56088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33"/>
            <p:cNvSpPr/>
            <p:nvPr/>
          </p:nvSpPr>
          <p:spPr>
            <a:xfrm>
              <a:off x="5608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33"/>
            <p:cNvSpPr/>
            <p:nvPr/>
          </p:nvSpPr>
          <p:spPr>
            <a:xfrm>
              <a:off x="56088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33"/>
            <p:cNvSpPr/>
            <p:nvPr/>
          </p:nvSpPr>
          <p:spPr>
            <a:xfrm>
              <a:off x="5608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33"/>
            <p:cNvSpPr/>
            <p:nvPr/>
          </p:nvSpPr>
          <p:spPr>
            <a:xfrm>
              <a:off x="5608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33"/>
            <p:cNvSpPr/>
            <p:nvPr/>
          </p:nvSpPr>
          <p:spPr>
            <a:xfrm>
              <a:off x="57593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33"/>
            <p:cNvSpPr/>
            <p:nvPr/>
          </p:nvSpPr>
          <p:spPr>
            <a:xfrm>
              <a:off x="57593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33"/>
            <p:cNvSpPr/>
            <p:nvPr/>
          </p:nvSpPr>
          <p:spPr>
            <a:xfrm>
              <a:off x="57593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33"/>
            <p:cNvSpPr/>
            <p:nvPr/>
          </p:nvSpPr>
          <p:spPr>
            <a:xfrm>
              <a:off x="57593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33"/>
            <p:cNvSpPr/>
            <p:nvPr/>
          </p:nvSpPr>
          <p:spPr>
            <a:xfrm>
              <a:off x="57593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33"/>
            <p:cNvSpPr/>
            <p:nvPr/>
          </p:nvSpPr>
          <p:spPr>
            <a:xfrm>
              <a:off x="57593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33"/>
            <p:cNvSpPr/>
            <p:nvPr/>
          </p:nvSpPr>
          <p:spPr>
            <a:xfrm>
              <a:off x="57593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33"/>
            <p:cNvSpPr/>
            <p:nvPr/>
          </p:nvSpPr>
          <p:spPr>
            <a:xfrm>
              <a:off x="57593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33"/>
            <p:cNvSpPr/>
            <p:nvPr/>
          </p:nvSpPr>
          <p:spPr>
            <a:xfrm>
              <a:off x="57593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33"/>
            <p:cNvSpPr/>
            <p:nvPr/>
          </p:nvSpPr>
          <p:spPr>
            <a:xfrm>
              <a:off x="57593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33"/>
            <p:cNvSpPr/>
            <p:nvPr/>
          </p:nvSpPr>
          <p:spPr>
            <a:xfrm>
              <a:off x="57593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33"/>
            <p:cNvSpPr/>
            <p:nvPr/>
          </p:nvSpPr>
          <p:spPr>
            <a:xfrm>
              <a:off x="5909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33"/>
            <p:cNvSpPr/>
            <p:nvPr/>
          </p:nvSpPr>
          <p:spPr>
            <a:xfrm>
              <a:off x="59098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33"/>
            <p:cNvSpPr/>
            <p:nvPr/>
          </p:nvSpPr>
          <p:spPr>
            <a:xfrm>
              <a:off x="59098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33"/>
            <p:cNvSpPr/>
            <p:nvPr/>
          </p:nvSpPr>
          <p:spPr>
            <a:xfrm>
              <a:off x="60603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33"/>
            <p:cNvSpPr/>
            <p:nvPr/>
          </p:nvSpPr>
          <p:spPr>
            <a:xfrm>
              <a:off x="62108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33"/>
            <p:cNvSpPr/>
            <p:nvPr/>
          </p:nvSpPr>
          <p:spPr>
            <a:xfrm>
              <a:off x="6210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33"/>
            <p:cNvSpPr/>
            <p:nvPr/>
          </p:nvSpPr>
          <p:spPr>
            <a:xfrm>
              <a:off x="65119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5" name="Google Shape;1205;p33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206" name="Google Shape;1206;p33"/>
            <p:cNvSpPr/>
            <p:nvPr/>
          </p:nvSpPr>
          <p:spPr>
            <a:xfrm>
              <a:off x="57593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33"/>
            <p:cNvSpPr/>
            <p:nvPr/>
          </p:nvSpPr>
          <p:spPr>
            <a:xfrm>
              <a:off x="57593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33"/>
            <p:cNvSpPr/>
            <p:nvPr/>
          </p:nvSpPr>
          <p:spPr>
            <a:xfrm>
              <a:off x="57593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33"/>
            <p:cNvSpPr/>
            <p:nvPr/>
          </p:nvSpPr>
          <p:spPr>
            <a:xfrm>
              <a:off x="57593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33"/>
            <p:cNvSpPr/>
            <p:nvPr/>
          </p:nvSpPr>
          <p:spPr>
            <a:xfrm>
              <a:off x="57593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33"/>
            <p:cNvSpPr/>
            <p:nvPr/>
          </p:nvSpPr>
          <p:spPr>
            <a:xfrm>
              <a:off x="57593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33"/>
            <p:cNvSpPr/>
            <p:nvPr/>
          </p:nvSpPr>
          <p:spPr>
            <a:xfrm>
              <a:off x="57593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33"/>
            <p:cNvSpPr/>
            <p:nvPr/>
          </p:nvSpPr>
          <p:spPr>
            <a:xfrm>
              <a:off x="59098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33"/>
            <p:cNvSpPr/>
            <p:nvPr/>
          </p:nvSpPr>
          <p:spPr>
            <a:xfrm>
              <a:off x="5909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33"/>
            <p:cNvSpPr/>
            <p:nvPr/>
          </p:nvSpPr>
          <p:spPr>
            <a:xfrm>
              <a:off x="59098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33"/>
            <p:cNvSpPr/>
            <p:nvPr/>
          </p:nvSpPr>
          <p:spPr>
            <a:xfrm>
              <a:off x="59098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33"/>
            <p:cNvSpPr/>
            <p:nvPr/>
          </p:nvSpPr>
          <p:spPr>
            <a:xfrm>
              <a:off x="5909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33"/>
            <p:cNvSpPr/>
            <p:nvPr/>
          </p:nvSpPr>
          <p:spPr>
            <a:xfrm>
              <a:off x="59098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33"/>
            <p:cNvSpPr/>
            <p:nvPr/>
          </p:nvSpPr>
          <p:spPr>
            <a:xfrm>
              <a:off x="59098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33"/>
            <p:cNvSpPr/>
            <p:nvPr/>
          </p:nvSpPr>
          <p:spPr>
            <a:xfrm>
              <a:off x="59098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33"/>
            <p:cNvSpPr/>
            <p:nvPr/>
          </p:nvSpPr>
          <p:spPr>
            <a:xfrm>
              <a:off x="5909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33"/>
            <p:cNvSpPr/>
            <p:nvPr/>
          </p:nvSpPr>
          <p:spPr>
            <a:xfrm>
              <a:off x="59098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33"/>
            <p:cNvSpPr/>
            <p:nvPr/>
          </p:nvSpPr>
          <p:spPr>
            <a:xfrm>
              <a:off x="59098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33"/>
            <p:cNvSpPr/>
            <p:nvPr/>
          </p:nvSpPr>
          <p:spPr>
            <a:xfrm>
              <a:off x="59098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33"/>
            <p:cNvSpPr/>
            <p:nvPr/>
          </p:nvSpPr>
          <p:spPr>
            <a:xfrm>
              <a:off x="59098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33"/>
            <p:cNvSpPr/>
            <p:nvPr/>
          </p:nvSpPr>
          <p:spPr>
            <a:xfrm>
              <a:off x="59098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33"/>
            <p:cNvSpPr/>
            <p:nvPr/>
          </p:nvSpPr>
          <p:spPr>
            <a:xfrm>
              <a:off x="5909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33"/>
            <p:cNvSpPr/>
            <p:nvPr/>
          </p:nvSpPr>
          <p:spPr>
            <a:xfrm>
              <a:off x="5909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33"/>
            <p:cNvSpPr/>
            <p:nvPr/>
          </p:nvSpPr>
          <p:spPr>
            <a:xfrm>
              <a:off x="59098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33"/>
            <p:cNvSpPr/>
            <p:nvPr/>
          </p:nvSpPr>
          <p:spPr>
            <a:xfrm>
              <a:off x="5909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33"/>
            <p:cNvSpPr/>
            <p:nvPr/>
          </p:nvSpPr>
          <p:spPr>
            <a:xfrm>
              <a:off x="59098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33"/>
            <p:cNvSpPr/>
            <p:nvPr/>
          </p:nvSpPr>
          <p:spPr>
            <a:xfrm>
              <a:off x="60603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33"/>
            <p:cNvSpPr/>
            <p:nvPr/>
          </p:nvSpPr>
          <p:spPr>
            <a:xfrm>
              <a:off x="6060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33"/>
            <p:cNvSpPr/>
            <p:nvPr/>
          </p:nvSpPr>
          <p:spPr>
            <a:xfrm>
              <a:off x="60603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33"/>
            <p:cNvSpPr/>
            <p:nvPr/>
          </p:nvSpPr>
          <p:spPr>
            <a:xfrm>
              <a:off x="60603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33"/>
            <p:cNvSpPr/>
            <p:nvPr/>
          </p:nvSpPr>
          <p:spPr>
            <a:xfrm>
              <a:off x="60603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33"/>
            <p:cNvSpPr/>
            <p:nvPr/>
          </p:nvSpPr>
          <p:spPr>
            <a:xfrm>
              <a:off x="6060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33"/>
            <p:cNvSpPr/>
            <p:nvPr/>
          </p:nvSpPr>
          <p:spPr>
            <a:xfrm>
              <a:off x="60603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33"/>
            <p:cNvSpPr/>
            <p:nvPr/>
          </p:nvSpPr>
          <p:spPr>
            <a:xfrm>
              <a:off x="60603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33"/>
            <p:cNvSpPr/>
            <p:nvPr/>
          </p:nvSpPr>
          <p:spPr>
            <a:xfrm>
              <a:off x="60603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33"/>
            <p:cNvSpPr/>
            <p:nvPr/>
          </p:nvSpPr>
          <p:spPr>
            <a:xfrm>
              <a:off x="60603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33"/>
            <p:cNvSpPr/>
            <p:nvPr/>
          </p:nvSpPr>
          <p:spPr>
            <a:xfrm>
              <a:off x="6060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33"/>
            <p:cNvSpPr/>
            <p:nvPr/>
          </p:nvSpPr>
          <p:spPr>
            <a:xfrm>
              <a:off x="60603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33"/>
            <p:cNvSpPr/>
            <p:nvPr/>
          </p:nvSpPr>
          <p:spPr>
            <a:xfrm>
              <a:off x="60603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33"/>
            <p:cNvSpPr/>
            <p:nvPr/>
          </p:nvSpPr>
          <p:spPr>
            <a:xfrm>
              <a:off x="60603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33"/>
            <p:cNvSpPr/>
            <p:nvPr/>
          </p:nvSpPr>
          <p:spPr>
            <a:xfrm>
              <a:off x="60603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33"/>
            <p:cNvSpPr/>
            <p:nvPr/>
          </p:nvSpPr>
          <p:spPr>
            <a:xfrm>
              <a:off x="60603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33"/>
            <p:cNvSpPr/>
            <p:nvPr/>
          </p:nvSpPr>
          <p:spPr>
            <a:xfrm>
              <a:off x="60603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33"/>
            <p:cNvSpPr/>
            <p:nvPr/>
          </p:nvSpPr>
          <p:spPr>
            <a:xfrm>
              <a:off x="60603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33"/>
            <p:cNvSpPr/>
            <p:nvPr/>
          </p:nvSpPr>
          <p:spPr>
            <a:xfrm>
              <a:off x="60603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33"/>
            <p:cNvSpPr/>
            <p:nvPr/>
          </p:nvSpPr>
          <p:spPr>
            <a:xfrm>
              <a:off x="60603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33"/>
            <p:cNvSpPr/>
            <p:nvPr/>
          </p:nvSpPr>
          <p:spPr>
            <a:xfrm>
              <a:off x="60603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33"/>
            <p:cNvSpPr/>
            <p:nvPr/>
          </p:nvSpPr>
          <p:spPr>
            <a:xfrm>
              <a:off x="60603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33"/>
            <p:cNvSpPr/>
            <p:nvPr/>
          </p:nvSpPr>
          <p:spPr>
            <a:xfrm>
              <a:off x="6060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33"/>
            <p:cNvSpPr/>
            <p:nvPr/>
          </p:nvSpPr>
          <p:spPr>
            <a:xfrm>
              <a:off x="60603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33"/>
            <p:cNvSpPr/>
            <p:nvPr/>
          </p:nvSpPr>
          <p:spPr>
            <a:xfrm>
              <a:off x="60603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33"/>
            <p:cNvSpPr/>
            <p:nvPr/>
          </p:nvSpPr>
          <p:spPr>
            <a:xfrm>
              <a:off x="60603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33"/>
            <p:cNvSpPr/>
            <p:nvPr/>
          </p:nvSpPr>
          <p:spPr>
            <a:xfrm>
              <a:off x="62108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33"/>
            <p:cNvSpPr/>
            <p:nvPr/>
          </p:nvSpPr>
          <p:spPr>
            <a:xfrm>
              <a:off x="62108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33"/>
            <p:cNvSpPr/>
            <p:nvPr/>
          </p:nvSpPr>
          <p:spPr>
            <a:xfrm>
              <a:off x="62108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33"/>
            <p:cNvSpPr/>
            <p:nvPr/>
          </p:nvSpPr>
          <p:spPr>
            <a:xfrm>
              <a:off x="6210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33"/>
            <p:cNvSpPr/>
            <p:nvPr/>
          </p:nvSpPr>
          <p:spPr>
            <a:xfrm>
              <a:off x="62108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33"/>
            <p:cNvSpPr/>
            <p:nvPr/>
          </p:nvSpPr>
          <p:spPr>
            <a:xfrm>
              <a:off x="62108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33"/>
            <p:cNvSpPr/>
            <p:nvPr/>
          </p:nvSpPr>
          <p:spPr>
            <a:xfrm>
              <a:off x="62108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33"/>
            <p:cNvSpPr/>
            <p:nvPr/>
          </p:nvSpPr>
          <p:spPr>
            <a:xfrm>
              <a:off x="62108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33"/>
            <p:cNvSpPr/>
            <p:nvPr/>
          </p:nvSpPr>
          <p:spPr>
            <a:xfrm>
              <a:off x="6210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33"/>
            <p:cNvSpPr/>
            <p:nvPr/>
          </p:nvSpPr>
          <p:spPr>
            <a:xfrm>
              <a:off x="62108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33"/>
            <p:cNvSpPr/>
            <p:nvPr/>
          </p:nvSpPr>
          <p:spPr>
            <a:xfrm>
              <a:off x="62108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33"/>
            <p:cNvSpPr/>
            <p:nvPr/>
          </p:nvSpPr>
          <p:spPr>
            <a:xfrm>
              <a:off x="62108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33"/>
            <p:cNvSpPr/>
            <p:nvPr/>
          </p:nvSpPr>
          <p:spPr>
            <a:xfrm>
              <a:off x="62108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33"/>
            <p:cNvSpPr/>
            <p:nvPr/>
          </p:nvSpPr>
          <p:spPr>
            <a:xfrm>
              <a:off x="62108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33"/>
            <p:cNvSpPr/>
            <p:nvPr/>
          </p:nvSpPr>
          <p:spPr>
            <a:xfrm>
              <a:off x="62108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33"/>
            <p:cNvSpPr/>
            <p:nvPr/>
          </p:nvSpPr>
          <p:spPr>
            <a:xfrm>
              <a:off x="62108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33"/>
            <p:cNvSpPr/>
            <p:nvPr/>
          </p:nvSpPr>
          <p:spPr>
            <a:xfrm>
              <a:off x="6210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33"/>
            <p:cNvSpPr/>
            <p:nvPr/>
          </p:nvSpPr>
          <p:spPr>
            <a:xfrm>
              <a:off x="62108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33"/>
            <p:cNvSpPr/>
            <p:nvPr/>
          </p:nvSpPr>
          <p:spPr>
            <a:xfrm>
              <a:off x="62108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33"/>
            <p:cNvSpPr/>
            <p:nvPr/>
          </p:nvSpPr>
          <p:spPr>
            <a:xfrm>
              <a:off x="62108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33"/>
            <p:cNvSpPr/>
            <p:nvPr/>
          </p:nvSpPr>
          <p:spPr>
            <a:xfrm>
              <a:off x="63613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33"/>
            <p:cNvSpPr/>
            <p:nvPr/>
          </p:nvSpPr>
          <p:spPr>
            <a:xfrm>
              <a:off x="63613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33"/>
            <p:cNvSpPr/>
            <p:nvPr/>
          </p:nvSpPr>
          <p:spPr>
            <a:xfrm>
              <a:off x="63613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33"/>
            <p:cNvSpPr/>
            <p:nvPr/>
          </p:nvSpPr>
          <p:spPr>
            <a:xfrm>
              <a:off x="63613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33"/>
            <p:cNvSpPr/>
            <p:nvPr/>
          </p:nvSpPr>
          <p:spPr>
            <a:xfrm>
              <a:off x="63613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33"/>
            <p:cNvSpPr/>
            <p:nvPr/>
          </p:nvSpPr>
          <p:spPr>
            <a:xfrm>
              <a:off x="63613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33"/>
            <p:cNvSpPr/>
            <p:nvPr/>
          </p:nvSpPr>
          <p:spPr>
            <a:xfrm>
              <a:off x="63613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33"/>
            <p:cNvSpPr/>
            <p:nvPr/>
          </p:nvSpPr>
          <p:spPr>
            <a:xfrm>
              <a:off x="63613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33"/>
            <p:cNvSpPr/>
            <p:nvPr/>
          </p:nvSpPr>
          <p:spPr>
            <a:xfrm>
              <a:off x="63613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33"/>
            <p:cNvSpPr/>
            <p:nvPr/>
          </p:nvSpPr>
          <p:spPr>
            <a:xfrm>
              <a:off x="63613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33"/>
            <p:cNvSpPr/>
            <p:nvPr/>
          </p:nvSpPr>
          <p:spPr>
            <a:xfrm>
              <a:off x="63613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33"/>
            <p:cNvSpPr/>
            <p:nvPr/>
          </p:nvSpPr>
          <p:spPr>
            <a:xfrm>
              <a:off x="63613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33"/>
            <p:cNvSpPr/>
            <p:nvPr/>
          </p:nvSpPr>
          <p:spPr>
            <a:xfrm>
              <a:off x="63613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33"/>
            <p:cNvSpPr/>
            <p:nvPr/>
          </p:nvSpPr>
          <p:spPr>
            <a:xfrm>
              <a:off x="63613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33"/>
            <p:cNvSpPr/>
            <p:nvPr/>
          </p:nvSpPr>
          <p:spPr>
            <a:xfrm>
              <a:off x="63613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33"/>
            <p:cNvSpPr/>
            <p:nvPr/>
          </p:nvSpPr>
          <p:spPr>
            <a:xfrm>
              <a:off x="63613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33"/>
            <p:cNvSpPr/>
            <p:nvPr/>
          </p:nvSpPr>
          <p:spPr>
            <a:xfrm>
              <a:off x="63613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33"/>
            <p:cNvSpPr/>
            <p:nvPr/>
          </p:nvSpPr>
          <p:spPr>
            <a:xfrm>
              <a:off x="63613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33"/>
            <p:cNvSpPr/>
            <p:nvPr/>
          </p:nvSpPr>
          <p:spPr>
            <a:xfrm>
              <a:off x="65119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33"/>
            <p:cNvSpPr/>
            <p:nvPr/>
          </p:nvSpPr>
          <p:spPr>
            <a:xfrm>
              <a:off x="65119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33"/>
            <p:cNvSpPr/>
            <p:nvPr/>
          </p:nvSpPr>
          <p:spPr>
            <a:xfrm>
              <a:off x="65119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33"/>
            <p:cNvSpPr/>
            <p:nvPr/>
          </p:nvSpPr>
          <p:spPr>
            <a:xfrm>
              <a:off x="65119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33"/>
            <p:cNvSpPr/>
            <p:nvPr/>
          </p:nvSpPr>
          <p:spPr>
            <a:xfrm>
              <a:off x="65119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33"/>
            <p:cNvSpPr/>
            <p:nvPr/>
          </p:nvSpPr>
          <p:spPr>
            <a:xfrm>
              <a:off x="65119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33"/>
            <p:cNvSpPr/>
            <p:nvPr/>
          </p:nvSpPr>
          <p:spPr>
            <a:xfrm>
              <a:off x="65119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33"/>
            <p:cNvSpPr/>
            <p:nvPr/>
          </p:nvSpPr>
          <p:spPr>
            <a:xfrm>
              <a:off x="65119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33"/>
            <p:cNvSpPr/>
            <p:nvPr/>
          </p:nvSpPr>
          <p:spPr>
            <a:xfrm>
              <a:off x="66624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33"/>
            <p:cNvSpPr/>
            <p:nvPr/>
          </p:nvSpPr>
          <p:spPr>
            <a:xfrm>
              <a:off x="66624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33"/>
            <p:cNvSpPr/>
            <p:nvPr/>
          </p:nvSpPr>
          <p:spPr>
            <a:xfrm>
              <a:off x="66624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7" name="Google Shape;1307;p33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308" name="Google Shape;1308;p33"/>
            <p:cNvSpPr/>
            <p:nvPr/>
          </p:nvSpPr>
          <p:spPr>
            <a:xfrm>
              <a:off x="56088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33"/>
            <p:cNvSpPr/>
            <p:nvPr/>
          </p:nvSpPr>
          <p:spPr>
            <a:xfrm>
              <a:off x="5608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33"/>
            <p:cNvSpPr/>
            <p:nvPr/>
          </p:nvSpPr>
          <p:spPr>
            <a:xfrm>
              <a:off x="5608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33"/>
            <p:cNvSpPr/>
            <p:nvPr/>
          </p:nvSpPr>
          <p:spPr>
            <a:xfrm>
              <a:off x="5608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33"/>
            <p:cNvSpPr/>
            <p:nvPr/>
          </p:nvSpPr>
          <p:spPr>
            <a:xfrm>
              <a:off x="57593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33"/>
            <p:cNvSpPr/>
            <p:nvPr/>
          </p:nvSpPr>
          <p:spPr>
            <a:xfrm>
              <a:off x="57593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33"/>
            <p:cNvSpPr/>
            <p:nvPr/>
          </p:nvSpPr>
          <p:spPr>
            <a:xfrm>
              <a:off x="57593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33"/>
            <p:cNvSpPr/>
            <p:nvPr/>
          </p:nvSpPr>
          <p:spPr>
            <a:xfrm>
              <a:off x="57593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33"/>
            <p:cNvSpPr/>
            <p:nvPr/>
          </p:nvSpPr>
          <p:spPr>
            <a:xfrm>
              <a:off x="57593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33"/>
            <p:cNvSpPr/>
            <p:nvPr/>
          </p:nvSpPr>
          <p:spPr>
            <a:xfrm>
              <a:off x="57593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33"/>
            <p:cNvSpPr/>
            <p:nvPr/>
          </p:nvSpPr>
          <p:spPr>
            <a:xfrm>
              <a:off x="57593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33"/>
            <p:cNvSpPr/>
            <p:nvPr/>
          </p:nvSpPr>
          <p:spPr>
            <a:xfrm>
              <a:off x="57593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33"/>
            <p:cNvSpPr/>
            <p:nvPr/>
          </p:nvSpPr>
          <p:spPr>
            <a:xfrm>
              <a:off x="57593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33"/>
            <p:cNvSpPr/>
            <p:nvPr/>
          </p:nvSpPr>
          <p:spPr>
            <a:xfrm>
              <a:off x="57593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33"/>
            <p:cNvSpPr/>
            <p:nvPr/>
          </p:nvSpPr>
          <p:spPr>
            <a:xfrm>
              <a:off x="57593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33"/>
            <p:cNvSpPr/>
            <p:nvPr/>
          </p:nvSpPr>
          <p:spPr>
            <a:xfrm>
              <a:off x="57593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33"/>
            <p:cNvSpPr/>
            <p:nvPr/>
          </p:nvSpPr>
          <p:spPr>
            <a:xfrm>
              <a:off x="57593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33"/>
            <p:cNvSpPr/>
            <p:nvPr/>
          </p:nvSpPr>
          <p:spPr>
            <a:xfrm>
              <a:off x="57593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33"/>
            <p:cNvSpPr/>
            <p:nvPr/>
          </p:nvSpPr>
          <p:spPr>
            <a:xfrm>
              <a:off x="57593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33"/>
            <p:cNvSpPr/>
            <p:nvPr/>
          </p:nvSpPr>
          <p:spPr>
            <a:xfrm>
              <a:off x="57593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33"/>
            <p:cNvSpPr/>
            <p:nvPr/>
          </p:nvSpPr>
          <p:spPr>
            <a:xfrm>
              <a:off x="57593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33"/>
            <p:cNvSpPr/>
            <p:nvPr/>
          </p:nvSpPr>
          <p:spPr>
            <a:xfrm>
              <a:off x="5909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33"/>
            <p:cNvSpPr/>
            <p:nvPr/>
          </p:nvSpPr>
          <p:spPr>
            <a:xfrm>
              <a:off x="59098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33"/>
            <p:cNvSpPr/>
            <p:nvPr/>
          </p:nvSpPr>
          <p:spPr>
            <a:xfrm>
              <a:off x="59098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33"/>
            <p:cNvSpPr/>
            <p:nvPr/>
          </p:nvSpPr>
          <p:spPr>
            <a:xfrm>
              <a:off x="59098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33"/>
            <p:cNvSpPr/>
            <p:nvPr/>
          </p:nvSpPr>
          <p:spPr>
            <a:xfrm>
              <a:off x="59098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33"/>
            <p:cNvSpPr/>
            <p:nvPr/>
          </p:nvSpPr>
          <p:spPr>
            <a:xfrm>
              <a:off x="59098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33"/>
            <p:cNvSpPr/>
            <p:nvPr/>
          </p:nvSpPr>
          <p:spPr>
            <a:xfrm>
              <a:off x="5909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33"/>
            <p:cNvSpPr/>
            <p:nvPr/>
          </p:nvSpPr>
          <p:spPr>
            <a:xfrm>
              <a:off x="59098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33"/>
            <p:cNvSpPr/>
            <p:nvPr/>
          </p:nvSpPr>
          <p:spPr>
            <a:xfrm>
              <a:off x="59098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33"/>
            <p:cNvSpPr/>
            <p:nvPr/>
          </p:nvSpPr>
          <p:spPr>
            <a:xfrm>
              <a:off x="59098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33"/>
            <p:cNvSpPr/>
            <p:nvPr/>
          </p:nvSpPr>
          <p:spPr>
            <a:xfrm>
              <a:off x="59098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33"/>
            <p:cNvSpPr/>
            <p:nvPr/>
          </p:nvSpPr>
          <p:spPr>
            <a:xfrm>
              <a:off x="59098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33"/>
            <p:cNvSpPr/>
            <p:nvPr/>
          </p:nvSpPr>
          <p:spPr>
            <a:xfrm>
              <a:off x="5909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33"/>
            <p:cNvSpPr/>
            <p:nvPr/>
          </p:nvSpPr>
          <p:spPr>
            <a:xfrm>
              <a:off x="60603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33"/>
            <p:cNvSpPr/>
            <p:nvPr/>
          </p:nvSpPr>
          <p:spPr>
            <a:xfrm>
              <a:off x="60603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33"/>
            <p:cNvSpPr/>
            <p:nvPr/>
          </p:nvSpPr>
          <p:spPr>
            <a:xfrm>
              <a:off x="60603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33"/>
            <p:cNvSpPr/>
            <p:nvPr/>
          </p:nvSpPr>
          <p:spPr>
            <a:xfrm>
              <a:off x="60603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33"/>
            <p:cNvSpPr/>
            <p:nvPr/>
          </p:nvSpPr>
          <p:spPr>
            <a:xfrm>
              <a:off x="60603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33"/>
            <p:cNvSpPr/>
            <p:nvPr/>
          </p:nvSpPr>
          <p:spPr>
            <a:xfrm>
              <a:off x="60603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33"/>
            <p:cNvSpPr/>
            <p:nvPr/>
          </p:nvSpPr>
          <p:spPr>
            <a:xfrm>
              <a:off x="60603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33"/>
            <p:cNvSpPr/>
            <p:nvPr/>
          </p:nvSpPr>
          <p:spPr>
            <a:xfrm>
              <a:off x="60603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33"/>
            <p:cNvSpPr/>
            <p:nvPr/>
          </p:nvSpPr>
          <p:spPr>
            <a:xfrm>
              <a:off x="6210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33"/>
            <p:cNvSpPr/>
            <p:nvPr/>
          </p:nvSpPr>
          <p:spPr>
            <a:xfrm>
              <a:off x="62108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33"/>
            <p:cNvSpPr/>
            <p:nvPr/>
          </p:nvSpPr>
          <p:spPr>
            <a:xfrm>
              <a:off x="62108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33"/>
            <p:cNvSpPr/>
            <p:nvPr/>
          </p:nvSpPr>
          <p:spPr>
            <a:xfrm>
              <a:off x="6210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33"/>
            <p:cNvSpPr/>
            <p:nvPr/>
          </p:nvSpPr>
          <p:spPr>
            <a:xfrm>
              <a:off x="62108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33"/>
            <p:cNvSpPr/>
            <p:nvPr/>
          </p:nvSpPr>
          <p:spPr>
            <a:xfrm>
              <a:off x="63613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33"/>
            <p:cNvSpPr/>
            <p:nvPr/>
          </p:nvSpPr>
          <p:spPr>
            <a:xfrm>
              <a:off x="63613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33"/>
            <p:cNvSpPr/>
            <p:nvPr/>
          </p:nvSpPr>
          <p:spPr>
            <a:xfrm>
              <a:off x="66624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8" name="Google Shape;1358;p33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34"/>
          <p:cNvSpPr txBox="1"/>
          <p:nvPr>
            <p:ph type="ctrTitle"/>
          </p:nvPr>
        </p:nvSpPr>
        <p:spPr>
          <a:xfrm>
            <a:off x="685800" y="2878750"/>
            <a:ext cx="52689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61" name="Google Shape;1361;p34"/>
          <p:cNvSpPr txBox="1"/>
          <p:nvPr>
            <p:ph idx="1" type="subTitle"/>
          </p:nvPr>
        </p:nvSpPr>
        <p:spPr>
          <a:xfrm>
            <a:off x="685800" y="3983055"/>
            <a:ext cx="52689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grpSp>
        <p:nvGrpSpPr>
          <p:cNvPr id="1362" name="Google Shape;1362;p34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363" name="Google Shape;1363;p34"/>
            <p:cNvSpPr/>
            <p:nvPr/>
          </p:nvSpPr>
          <p:spPr>
            <a:xfrm>
              <a:off x="8362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34"/>
            <p:cNvSpPr/>
            <p:nvPr/>
          </p:nvSpPr>
          <p:spPr>
            <a:xfrm>
              <a:off x="8362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34"/>
            <p:cNvSpPr/>
            <p:nvPr/>
          </p:nvSpPr>
          <p:spPr>
            <a:xfrm>
              <a:off x="8362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34"/>
            <p:cNvSpPr/>
            <p:nvPr/>
          </p:nvSpPr>
          <p:spPr>
            <a:xfrm>
              <a:off x="8362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34"/>
            <p:cNvSpPr/>
            <p:nvPr/>
          </p:nvSpPr>
          <p:spPr>
            <a:xfrm>
              <a:off x="8362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34"/>
            <p:cNvSpPr/>
            <p:nvPr/>
          </p:nvSpPr>
          <p:spPr>
            <a:xfrm>
              <a:off x="8362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34"/>
            <p:cNvSpPr/>
            <p:nvPr/>
          </p:nvSpPr>
          <p:spPr>
            <a:xfrm>
              <a:off x="8362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34"/>
            <p:cNvSpPr/>
            <p:nvPr/>
          </p:nvSpPr>
          <p:spPr>
            <a:xfrm>
              <a:off x="8362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34"/>
            <p:cNvSpPr/>
            <p:nvPr/>
          </p:nvSpPr>
          <p:spPr>
            <a:xfrm>
              <a:off x="8362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34"/>
            <p:cNvSpPr/>
            <p:nvPr/>
          </p:nvSpPr>
          <p:spPr>
            <a:xfrm>
              <a:off x="8362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34"/>
            <p:cNvSpPr/>
            <p:nvPr/>
          </p:nvSpPr>
          <p:spPr>
            <a:xfrm>
              <a:off x="8362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34"/>
            <p:cNvSpPr/>
            <p:nvPr/>
          </p:nvSpPr>
          <p:spPr>
            <a:xfrm>
              <a:off x="8362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34"/>
            <p:cNvSpPr/>
            <p:nvPr/>
          </p:nvSpPr>
          <p:spPr>
            <a:xfrm>
              <a:off x="8362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34"/>
            <p:cNvSpPr/>
            <p:nvPr/>
          </p:nvSpPr>
          <p:spPr>
            <a:xfrm>
              <a:off x="8362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34"/>
            <p:cNvSpPr/>
            <p:nvPr/>
          </p:nvSpPr>
          <p:spPr>
            <a:xfrm>
              <a:off x="8362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34"/>
            <p:cNvSpPr/>
            <p:nvPr/>
          </p:nvSpPr>
          <p:spPr>
            <a:xfrm>
              <a:off x="8362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34"/>
            <p:cNvSpPr/>
            <p:nvPr/>
          </p:nvSpPr>
          <p:spPr>
            <a:xfrm>
              <a:off x="8362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34"/>
            <p:cNvSpPr/>
            <p:nvPr/>
          </p:nvSpPr>
          <p:spPr>
            <a:xfrm>
              <a:off x="8362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34"/>
            <p:cNvSpPr/>
            <p:nvPr/>
          </p:nvSpPr>
          <p:spPr>
            <a:xfrm>
              <a:off x="8362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34"/>
            <p:cNvSpPr/>
            <p:nvPr/>
          </p:nvSpPr>
          <p:spPr>
            <a:xfrm>
              <a:off x="8362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34"/>
            <p:cNvSpPr/>
            <p:nvPr/>
          </p:nvSpPr>
          <p:spPr>
            <a:xfrm>
              <a:off x="8362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34"/>
            <p:cNvSpPr/>
            <p:nvPr/>
          </p:nvSpPr>
          <p:spPr>
            <a:xfrm>
              <a:off x="8362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34"/>
            <p:cNvSpPr/>
            <p:nvPr/>
          </p:nvSpPr>
          <p:spPr>
            <a:xfrm>
              <a:off x="8362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34"/>
            <p:cNvSpPr/>
            <p:nvPr/>
          </p:nvSpPr>
          <p:spPr>
            <a:xfrm>
              <a:off x="8362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34"/>
            <p:cNvSpPr/>
            <p:nvPr/>
          </p:nvSpPr>
          <p:spPr>
            <a:xfrm>
              <a:off x="8362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34"/>
            <p:cNvSpPr/>
            <p:nvPr/>
          </p:nvSpPr>
          <p:spPr>
            <a:xfrm>
              <a:off x="8362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34"/>
            <p:cNvSpPr/>
            <p:nvPr/>
          </p:nvSpPr>
          <p:spPr>
            <a:xfrm>
              <a:off x="8362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34"/>
            <p:cNvSpPr/>
            <p:nvPr/>
          </p:nvSpPr>
          <p:spPr>
            <a:xfrm>
              <a:off x="8362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34"/>
            <p:cNvSpPr/>
            <p:nvPr/>
          </p:nvSpPr>
          <p:spPr>
            <a:xfrm>
              <a:off x="8362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34"/>
            <p:cNvSpPr/>
            <p:nvPr/>
          </p:nvSpPr>
          <p:spPr>
            <a:xfrm>
              <a:off x="8362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34"/>
            <p:cNvSpPr/>
            <p:nvPr/>
          </p:nvSpPr>
          <p:spPr>
            <a:xfrm>
              <a:off x="8362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34"/>
            <p:cNvSpPr/>
            <p:nvPr/>
          </p:nvSpPr>
          <p:spPr>
            <a:xfrm>
              <a:off x="8362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34"/>
            <p:cNvSpPr/>
            <p:nvPr/>
          </p:nvSpPr>
          <p:spPr>
            <a:xfrm>
              <a:off x="8362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34"/>
            <p:cNvSpPr/>
            <p:nvPr/>
          </p:nvSpPr>
          <p:spPr>
            <a:xfrm>
              <a:off x="8362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34"/>
            <p:cNvSpPr/>
            <p:nvPr/>
          </p:nvSpPr>
          <p:spPr>
            <a:xfrm>
              <a:off x="8362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34"/>
            <p:cNvSpPr/>
            <p:nvPr/>
          </p:nvSpPr>
          <p:spPr>
            <a:xfrm>
              <a:off x="9867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34"/>
            <p:cNvSpPr/>
            <p:nvPr/>
          </p:nvSpPr>
          <p:spPr>
            <a:xfrm>
              <a:off x="9867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34"/>
            <p:cNvSpPr/>
            <p:nvPr/>
          </p:nvSpPr>
          <p:spPr>
            <a:xfrm>
              <a:off x="9867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34"/>
            <p:cNvSpPr/>
            <p:nvPr/>
          </p:nvSpPr>
          <p:spPr>
            <a:xfrm>
              <a:off x="9867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34"/>
            <p:cNvSpPr/>
            <p:nvPr/>
          </p:nvSpPr>
          <p:spPr>
            <a:xfrm>
              <a:off x="9867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34"/>
            <p:cNvSpPr/>
            <p:nvPr/>
          </p:nvSpPr>
          <p:spPr>
            <a:xfrm>
              <a:off x="9867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34"/>
            <p:cNvSpPr/>
            <p:nvPr/>
          </p:nvSpPr>
          <p:spPr>
            <a:xfrm>
              <a:off x="9867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34"/>
            <p:cNvSpPr/>
            <p:nvPr/>
          </p:nvSpPr>
          <p:spPr>
            <a:xfrm>
              <a:off x="9867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34"/>
            <p:cNvSpPr/>
            <p:nvPr/>
          </p:nvSpPr>
          <p:spPr>
            <a:xfrm>
              <a:off x="9867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34"/>
            <p:cNvSpPr/>
            <p:nvPr/>
          </p:nvSpPr>
          <p:spPr>
            <a:xfrm>
              <a:off x="9867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34"/>
            <p:cNvSpPr/>
            <p:nvPr/>
          </p:nvSpPr>
          <p:spPr>
            <a:xfrm>
              <a:off x="9867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34"/>
            <p:cNvSpPr/>
            <p:nvPr/>
          </p:nvSpPr>
          <p:spPr>
            <a:xfrm>
              <a:off x="9867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34"/>
            <p:cNvSpPr/>
            <p:nvPr/>
          </p:nvSpPr>
          <p:spPr>
            <a:xfrm>
              <a:off x="9867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34"/>
            <p:cNvSpPr/>
            <p:nvPr/>
          </p:nvSpPr>
          <p:spPr>
            <a:xfrm>
              <a:off x="9867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34"/>
            <p:cNvSpPr/>
            <p:nvPr/>
          </p:nvSpPr>
          <p:spPr>
            <a:xfrm>
              <a:off x="9867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34"/>
            <p:cNvSpPr/>
            <p:nvPr/>
          </p:nvSpPr>
          <p:spPr>
            <a:xfrm>
              <a:off x="9867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34"/>
            <p:cNvSpPr/>
            <p:nvPr/>
          </p:nvSpPr>
          <p:spPr>
            <a:xfrm>
              <a:off x="9867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34"/>
            <p:cNvSpPr/>
            <p:nvPr/>
          </p:nvSpPr>
          <p:spPr>
            <a:xfrm>
              <a:off x="9867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34"/>
            <p:cNvSpPr/>
            <p:nvPr/>
          </p:nvSpPr>
          <p:spPr>
            <a:xfrm>
              <a:off x="9867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34"/>
            <p:cNvSpPr/>
            <p:nvPr/>
          </p:nvSpPr>
          <p:spPr>
            <a:xfrm>
              <a:off x="9867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34"/>
            <p:cNvSpPr/>
            <p:nvPr/>
          </p:nvSpPr>
          <p:spPr>
            <a:xfrm>
              <a:off x="9867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34"/>
            <p:cNvSpPr/>
            <p:nvPr/>
          </p:nvSpPr>
          <p:spPr>
            <a:xfrm>
              <a:off x="9867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34"/>
            <p:cNvSpPr/>
            <p:nvPr/>
          </p:nvSpPr>
          <p:spPr>
            <a:xfrm>
              <a:off x="9867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34"/>
            <p:cNvSpPr/>
            <p:nvPr/>
          </p:nvSpPr>
          <p:spPr>
            <a:xfrm>
              <a:off x="11372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34"/>
            <p:cNvSpPr/>
            <p:nvPr/>
          </p:nvSpPr>
          <p:spPr>
            <a:xfrm>
              <a:off x="11372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34"/>
            <p:cNvSpPr/>
            <p:nvPr/>
          </p:nvSpPr>
          <p:spPr>
            <a:xfrm>
              <a:off x="11372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34"/>
            <p:cNvSpPr/>
            <p:nvPr/>
          </p:nvSpPr>
          <p:spPr>
            <a:xfrm>
              <a:off x="11372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34"/>
            <p:cNvSpPr/>
            <p:nvPr/>
          </p:nvSpPr>
          <p:spPr>
            <a:xfrm>
              <a:off x="11372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34"/>
            <p:cNvSpPr/>
            <p:nvPr/>
          </p:nvSpPr>
          <p:spPr>
            <a:xfrm>
              <a:off x="11372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34"/>
            <p:cNvSpPr/>
            <p:nvPr/>
          </p:nvSpPr>
          <p:spPr>
            <a:xfrm>
              <a:off x="11372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34"/>
            <p:cNvSpPr/>
            <p:nvPr/>
          </p:nvSpPr>
          <p:spPr>
            <a:xfrm>
              <a:off x="11372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34"/>
            <p:cNvSpPr/>
            <p:nvPr/>
          </p:nvSpPr>
          <p:spPr>
            <a:xfrm>
              <a:off x="11372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34"/>
            <p:cNvSpPr/>
            <p:nvPr/>
          </p:nvSpPr>
          <p:spPr>
            <a:xfrm>
              <a:off x="11372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34"/>
            <p:cNvSpPr/>
            <p:nvPr/>
          </p:nvSpPr>
          <p:spPr>
            <a:xfrm>
              <a:off x="11372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34"/>
            <p:cNvSpPr/>
            <p:nvPr/>
          </p:nvSpPr>
          <p:spPr>
            <a:xfrm>
              <a:off x="11372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34"/>
            <p:cNvSpPr/>
            <p:nvPr/>
          </p:nvSpPr>
          <p:spPr>
            <a:xfrm>
              <a:off x="11372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34"/>
            <p:cNvSpPr/>
            <p:nvPr/>
          </p:nvSpPr>
          <p:spPr>
            <a:xfrm>
              <a:off x="11372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34"/>
            <p:cNvSpPr/>
            <p:nvPr/>
          </p:nvSpPr>
          <p:spPr>
            <a:xfrm>
              <a:off x="11372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34"/>
            <p:cNvSpPr/>
            <p:nvPr/>
          </p:nvSpPr>
          <p:spPr>
            <a:xfrm>
              <a:off x="11372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34"/>
            <p:cNvSpPr/>
            <p:nvPr/>
          </p:nvSpPr>
          <p:spPr>
            <a:xfrm>
              <a:off x="11372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34"/>
            <p:cNvSpPr/>
            <p:nvPr/>
          </p:nvSpPr>
          <p:spPr>
            <a:xfrm>
              <a:off x="11372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34"/>
            <p:cNvSpPr/>
            <p:nvPr/>
          </p:nvSpPr>
          <p:spPr>
            <a:xfrm>
              <a:off x="11372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34"/>
            <p:cNvSpPr/>
            <p:nvPr/>
          </p:nvSpPr>
          <p:spPr>
            <a:xfrm>
              <a:off x="11372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34"/>
            <p:cNvSpPr/>
            <p:nvPr/>
          </p:nvSpPr>
          <p:spPr>
            <a:xfrm>
              <a:off x="11372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34"/>
            <p:cNvSpPr/>
            <p:nvPr/>
          </p:nvSpPr>
          <p:spPr>
            <a:xfrm>
              <a:off x="11372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3" name="Google Shape;1443;p34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1444" name="Google Shape;1444;p34"/>
            <p:cNvSpPr/>
            <p:nvPr/>
          </p:nvSpPr>
          <p:spPr>
            <a:xfrm>
              <a:off x="9867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34"/>
            <p:cNvSpPr/>
            <p:nvPr/>
          </p:nvSpPr>
          <p:spPr>
            <a:xfrm>
              <a:off x="9867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34"/>
            <p:cNvSpPr/>
            <p:nvPr/>
          </p:nvSpPr>
          <p:spPr>
            <a:xfrm>
              <a:off x="9867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34"/>
            <p:cNvSpPr/>
            <p:nvPr/>
          </p:nvSpPr>
          <p:spPr>
            <a:xfrm>
              <a:off x="9867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34"/>
            <p:cNvSpPr/>
            <p:nvPr/>
          </p:nvSpPr>
          <p:spPr>
            <a:xfrm>
              <a:off x="9867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34"/>
            <p:cNvSpPr/>
            <p:nvPr/>
          </p:nvSpPr>
          <p:spPr>
            <a:xfrm>
              <a:off x="9867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34"/>
            <p:cNvSpPr/>
            <p:nvPr/>
          </p:nvSpPr>
          <p:spPr>
            <a:xfrm>
              <a:off x="9867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34"/>
            <p:cNvSpPr/>
            <p:nvPr/>
          </p:nvSpPr>
          <p:spPr>
            <a:xfrm>
              <a:off x="9867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34"/>
            <p:cNvSpPr/>
            <p:nvPr/>
          </p:nvSpPr>
          <p:spPr>
            <a:xfrm>
              <a:off x="9867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34"/>
            <p:cNvSpPr/>
            <p:nvPr/>
          </p:nvSpPr>
          <p:spPr>
            <a:xfrm>
              <a:off x="9867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34"/>
            <p:cNvSpPr/>
            <p:nvPr/>
          </p:nvSpPr>
          <p:spPr>
            <a:xfrm>
              <a:off x="9867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34"/>
            <p:cNvSpPr/>
            <p:nvPr/>
          </p:nvSpPr>
          <p:spPr>
            <a:xfrm>
              <a:off x="9867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34"/>
            <p:cNvSpPr/>
            <p:nvPr/>
          </p:nvSpPr>
          <p:spPr>
            <a:xfrm>
              <a:off x="11372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34"/>
            <p:cNvSpPr/>
            <p:nvPr/>
          </p:nvSpPr>
          <p:spPr>
            <a:xfrm>
              <a:off x="11372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34"/>
            <p:cNvSpPr/>
            <p:nvPr/>
          </p:nvSpPr>
          <p:spPr>
            <a:xfrm>
              <a:off x="11372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34"/>
            <p:cNvSpPr/>
            <p:nvPr/>
          </p:nvSpPr>
          <p:spPr>
            <a:xfrm>
              <a:off x="11372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34"/>
            <p:cNvSpPr/>
            <p:nvPr/>
          </p:nvSpPr>
          <p:spPr>
            <a:xfrm>
              <a:off x="11372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34"/>
            <p:cNvSpPr/>
            <p:nvPr/>
          </p:nvSpPr>
          <p:spPr>
            <a:xfrm>
              <a:off x="11372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34"/>
            <p:cNvSpPr/>
            <p:nvPr/>
          </p:nvSpPr>
          <p:spPr>
            <a:xfrm>
              <a:off x="11372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34"/>
            <p:cNvSpPr/>
            <p:nvPr/>
          </p:nvSpPr>
          <p:spPr>
            <a:xfrm>
              <a:off x="11372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34"/>
            <p:cNvSpPr/>
            <p:nvPr/>
          </p:nvSpPr>
          <p:spPr>
            <a:xfrm>
              <a:off x="11372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34"/>
            <p:cNvSpPr/>
            <p:nvPr/>
          </p:nvSpPr>
          <p:spPr>
            <a:xfrm>
              <a:off x="11372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34"/>
            <p:cNvSpPr/>
            <p:nvPr/>
          </p:nvSpPr>
          <p:spPr>
            <a:xfrm>
              <a:off x="11372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34"/>
            <p:cNvSpPr/>
            <p:nvPr/>
          </p:nvSpPr>
          <p:spPr>
            <a:xfrm>
              <a:off x="11372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34"/>
            <p:cNvSpPr/>
            <p:nvPr/>
          </p:nvSpPr>
          <p:spPr>
            <a:xfrm>
              <a:off x="11372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34"/>
            <p:cNvSpPr/>
            <p:nvPr/>
          </p:nvSpPr>
          <p:spPr>
            <a:xfrm>
              <a:off x="12877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34"/>
            <p:cNvSpPr/>
            <p:nvPr/>
          </p:nvSpPr>
          <p:spPr>
            <a:xfrm>
              <a:off x="12877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34"/>
            <p:cNvSpPr/>
            <p:nvPr/>
          </p:nvSpPr>
          <p:spPr>
            <a:xfrm>
              <a:off x="12877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34"/>
            <p:cNvSpPr/>
            <p:nvPr/>
          </p:nvSpPr>
          <p:spPr>
            <a:xfrm>
              <a:off x="12877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34"/>
            <p:cNvSpPr/>
            <p:nvPr/>
          </p:nvSpPr>
          <p:spPr>
            <a:xfrm>
              <a:off x="12877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34"/>
            <p:cNvSpPr/>
            <p:nvPr/>
          </p:nvSpPr>
          <p:spPr>
            <a:xfrm>
              <a:off x="12877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34"/>
            <p:cNvSpPr/>
            <p:nvPr/>
          </p:nvSpPr>
          <p:spPr>
            <a:xfrm>
              <a:off x="12877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34"/>
            <p:cNvSpPr/>
            <p:nvPr/>
          </p:nvSpPr>
          <p:spPr>
            <a:xfrm>
              <a:off x="12877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34"/>
            <p:cNvSpPr/>
            <p:nvPr/>
          </p:nvSpPr>
          <p:spPr>
            <a:xfrm>
              <a:off x="12877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34"/>
            <p:cNvSpPr/>
            <p:nvPr/>
          </p:nvSpPr>
          <p:spPr>
            <a:xfrm>
              <a:off x="12877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34"/>
            <p:cNvSpPr/>
            <p:nvPr/>
          </p:nvSpPr>
          <p:spPr>
            <a:xfrm>
              <a:off x="12877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34"/>
            <p:cNvSpPr/>
            <p:nvPr/>
          </p:nvSpPr>
          <p:spPr>
            <a:xfrm>
              <a:off x="12877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34"/>
            <p:cNvSpPr/>
            <p:nvPr/>
          </p:nvSpPr>
          <p:spPr>
            <a:xfrm>
              <a:off x="12877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34"/>
            <p:cNvSpPr/>
            <p:nvPr/>
          </p:nvSpPr>
          <p:spPr>
            <a:xfrm>
              <a:off x="12877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34"/>
            <p:cNvSpPr/>
            <p:nvPr/>
          </p:nvSpPr>
          <p:spPr>
            <a:xfrm>
              <a:off x="12877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34"/>
            <p:cNvSpPr/>
            <p:nvPr/>
          </p:nvSpPr>
          <p:spPr>
            <a:xfrm>
              <a:off x="12877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34"/>
            <p:cNvSpPr/>
            <p:nvPr/>
          </p:nvSpPr>
          <p:spPr>
            <a:xfrm>
              <a:off x="12877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34"/>
            <p:cNvSpPr/>
            <p:nvPr/>
          </p:nvSpPr>
          <p:spPr>
            <a:xfrm>
              <a:off x="12877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34"/>
            <p:cNvSpPr/>
            <p:nvPr/>
          </p:nvSpPr>
          <p:spPr>
            <a:xfrm>
              <a:off x="12877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34"/>
            <p:cNvSpPr/>
            <p:nvPr/>
          </p:nvSpPr>
          <p:spPr>
            <a:xfrm>
              <a:off x="12877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34"/>
            <p:cNvSpPr/>
            <p:nvPr/>
          </p:nvSpPr>
          <p:spPr>
            <a:xfrm>
              <a:off x="14382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34"/>
            <p:cNvSpPr/>
            <p:nvPr/>
          </p:nvSpPr>
          <p:spPr>
            <a:xfrm>
              <a:off x="14382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34"/>
            <p:cNvSpPr/>
            <p:nvPr/>
          </p:nvSpPr>
          <p:spPr>
            <a:xfrm>
              <a:off x="14382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34"/>
            <p:cNvSpPr/>
            <p:nvPr/>
          </p:nvSpPr>
          <p:spPr>
            <a:xfrm>
              <a:off x="14382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34"/>
            <p:cNvSpPr/>
            <p:nvPr/>
          </p:nvSpPr>
          <p:spPr>
            <a:xfrm>
              <a:off x="14382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34"/>
            <p:cNvSpPr/>
            <p:nvPr/>
          </p:nvSpPr>
          <p:spPr>
            <a:xfrm>
              <a:off x="14382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34"/>
            <p:cNvSpPr/>
            <p:nvPr/>
          </p:nvSpPr>
          <p:spPr>
            <a:xfrm>
              <a:off x="14382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34"/>
            <p:cNvSpPr/>
            <p:nvPr/>
          </p:nvSpPr>
          <p:spPr>
            <a:xfrm>
              <a:off x="14382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34"/>
            <p:cNvSpPr/>
            <p:nvPr/>
          </p:nvSpPr>
          <p:spPr>
            <a:xfrm>
              <a:off x="14382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34"/>
            <p:cNvSpPr/>
            <p:nvPr/>
          </p:nvSpPr>
          <p:spPr>
            <a:xfrm>
              <a:off x="14382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34"/>
            <p:cNvSpPr/>
            <p:nvPr/>
          </p:nvSpPr>
          <p:spPr>
            <a:xfrm>
              <a:off x="14382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34"/>
            <p:cNvSpPr/>
            <p:nvPr/>
          </p:nvSpPr>
          <p:spPr>
            <a:xfrm>
              <a:off x="14382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34"/>
            <p:cNvSpPr/>
            <p:nvPr/>
          </p:nvSpPr>
          <p:spPr>
            <a:xfrm>
              <a:off x="14382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34"/>
            <p:cNvSpPr/>
            <p:nvPr/>
          </p:nvSpPr>
          <p:spPr>
            <a:xfrm>
              <a:off x="14382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34"/>
            <p:cNvSpPr/>
            <p:nvPr/>
          </p:nvSpPr>
          <p:spPr>
            <a:xfrm>
              <a:off x="14382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34"/>
            <p:cNvSpPr/>
            <p:nvPr/>
          </p:nvSpPr>
          <p:spPr>
            <a:xfrm>
              <a:off x="14382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34"/>
            <p:cNvSpPr/>
            <p:nvPr/>
          </p:nvSpPr>
          <p:spPr>
            <a:xfrm>
              <a:off x="14382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34"/>
            <p:cNvSpPr/>
            <p:nvPr/>
          </p:nvSpPr>
          <p:spPr>
            <a:xfrm>
              <a:off x="14382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34"/>
            <p:cNvSpPr/>
            <p:nvPr/>
          </p:nvSpPr>
          <p:spPr>
            <a:xfrm>
              <a:off x="14382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34"/>
            <p:cNvSpPr/>
            <p:nvPr/>
          </p:nvSpPr>
          <p:spPr>
            <a:xfrm>
              <a:off x="14382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34"/>
            <p:cNvSpPr/>
            <p:nvPr/>
          </p:nvSpPr>
          <p:spPr>
            <a:xfrm>
              <a:off x="14382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34"/>
            <p:cNvSpPr/>
            <p:nvPr/>
          </p:nvSpPr>
          <p:spPr>
            <a:xfrm>
              <a:off x="14382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34"/>
            <p:cNvSpPr/>
            <p:nvPr/>
          </p:nvSpPr>
          <p:spPr>
            <a:xfrm>
              <a:off x="14382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34"/>
            <p:cNvSpPr/>
            <p:nvPr/>
          </p:nvSpPr>
          <p:spPr>
            <a:xfrm>
              <a:off x="14382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34"/>
            <p:cNvSpPr/>
            <p:nvPr/>
          </p:nvSpPr>
          <p:spPr>
            <a:xfrm>
              <a:off x="14382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34"/>
            <p:cNvSpPr/>
            <p:nvPr/>
          </p:nvSpPr>
          <p:spPr>
            <a:xfrm>
              <a:off x="14382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34"/>
            <p:cNvSpPr/>
            <p:nvPr/>
          </p:nvSpPr>
          <p:spPr>
            <a:xfrm>
              <a:off x="14382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34"/>
            <p:cNvSpPr/>
            <p:nvPr/>
          </p:nvSpPr>
          <p:spPr>
            <a:xfrm>
              <a:off x="14382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34"/>
            <p:cNvSpPr/>
            <p:nvPr/>
          </p:nvSpPr>
          <p:spPr>
            <a:xfrm>
              <a:off x="14382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34"/>
            <p:cNvSpPr/>
            <p:nvPr/>
          </p:nvSpPr>
          <p:spPr>
            <a:xfrm>
              <a:off x="14382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34"/>
            <p:cNvSpPr/>
            <p:nvPr/>
          </p:nvSpPr>
          <p:spPr>
            <a:xfrm>
              <a:off x="14382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34"/>
            <p:cNvSpPr/>
            <p:nvPr/>
          </p:nvSpPr>
          <p:spPr>
            <a:xfrm>
              <a:off x="15887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34"/>
            <p:cNvSpPr/>
            <p:nvPr/>
          </p:nvSpPr>
          <p:spPr>
            <a:xfrm>
              <a:off x="15887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34"/>
            <p:cNvSpPr/>
            <p:nvPr/>
          </p:nvSpPr>
          <p:spPr>
            <a:xfrm>
              <a:off x="15887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34"/>
            <p:cNvSpPr/>
            <p:nvPr/>
          </p:nvSpPr>
          <p:spPr>
            <a:xfrm>
              <a:off x="15887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34"/>
            <p:cNvSpPr/>
            <p:nvPr/>
          </p:nvSpPr>
          <p:spPr>
            <a:xfrm>
              <a:off x="15887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34"/>
            <p:cNvSpPr/>
            <p:nvPr/>
          </p:nvSpPr>
          <p:spPr>
            <a:xfrm>
              <a:off x="15887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34"/>
            <p:cNvSpPr/>
            <p:nvPr/>
          </p:nvSpPr>
          <p:spPr>
            <a:xfrm>
              <a:off x="15887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34"/>
            <p:cNvSpPr/>
            <p:nvPr/>
          </p:nvSpPr>
          <p:spPr>
            <a:xfrm>
              <a:off x="15887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34"/>
            <p:cNvSpPr/>
            <p:nvPr/>
          </p:nvSpPr>
          <p:spPr>
            <a:xfrm>
              <a:off x="15887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34"/>
            <p:cNvSpPr/>
            <p:nvPr/>
          </p:nvSpPr>
          <p:spPr>
            <a:xfrm>
              <a:off x="15887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34"/>
            <p:cNvSpPr/>
            <p:nvPr/>
          </p:nvSpPr>
          <p:spPr>
            <a:xfrm>
              <a:off x="15887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34"/>
            <p:cNvSpPr/>
            <p:nvPr/>
          </p:nvSpPr>
          <p:spPr>
            <a:xfrm>
              <a:off x="15887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34"/>
            <p:cNvSpPr/>
            <p:nvPr/>
          </p:nvSpPr>
          <p:spPr>
            <a:xfrm>
              <a:off x="15887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34"/>
            <p:cNvSpPr/>
            <p:nvPr/>
          </p:nvSpPr>
          <p:spPr>
            <a:xfrm>
              <a:off x="15887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34"/>
            <p:cNvSpPr/>
            <p:nvPr/>
          </p:nvSpPr>
          <p:spPr>
            <a:xfrm>
              <a:off x="15887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34"/>
            <p:cNvSpPr/>
            <p:nvPr/>
          </p:nvSpPr>
          <p:spPr>
            <a:xfrm>
              <a:off x="15887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34"/>
            <p:cNvSpPr/>
            <p:nvPr/>
          </p:nvSpPr>
          <p:spPr>
            <a:xfrm>
              <a:off x="15887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34"/>
            <p:cNvSpPr/>
            <p:nvPr/>
          </p:nvSpPr>
          <p:spPr>
            <a:xfrm>
              <a:off x="15887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34"/>
            <p:cNvSpPr/>
            <p:nvPr/>
          </p:nvSpPr>
          <p:spPr>
            <a:xfrm>
              <a:off x="15887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34"/>
            <p:cNvSpPr/>
            <p:nvPr/>
          </p:nvSpPr>
          <p:spPr>
            <a:xfrm>
              <a:off x="17392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34"/>
            <p:cNvSpPr/>
            <p:nvPr/>
          </p:nvSpPr>
          <p:spPr>
            <a:xfrm>
              <a:off x="17392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34"/>
            <p:cNvSpPr/>
            <p:nvPr/>
          </p:nvSpPr>
          <p:spPr>
            <a:xfrm>
              <a:off x="17392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34"/>
            <p:cNvSpPr/>
            <p:nvPr/>
          </p:nvSpPr>
          <p:spPr>
            <a:xfrm>
              <a:off x="17392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34"/>
            <p:cNvSpPr/>
            <p:nvPr/>
          </p:nvSpPr>
          <p:spPr>
            <a:xfrm>
              <a:off x="17392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34"/>
            <p:cNvSpPr/>
            <p:nvPr/>
          </p:nvSpPr>
          <p:spPr>
            <a:xfrm>
              <a:off x="17392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34"/>
            <p:cNvSpPr/>
            <p:nvPr/>
          </p:nvSpPr>
          <p:spPr>
            <a:xfrm>
              <a:off x="17392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34"/>
            <p:cNvSpPr/>
            <p:nvPr/>
          </p:nvSpPr>
          <p:spPr>
            <a:xfrm>
              <a:off x="17392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34"/>
            <p:cNvSpPr/>
            <p:nvPr/>
          </p:nvSpPr>
          <p:spPr>
            <a:xfrm>
              <a:off x="17392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34"/>
            <p:cNvSpPr/>
            <p:nvPr/>
          </p:nvSpPr>
          <p:spPr>
            <a:xfrm>
              <a:off x="17392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34"/>
            <p:cNvSpPr/>
            <p:nvPr/>
          </p:nvSpPr>
          <p:spPr>
            <a:xfrm>
              <a:off x="17392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34"/>
            <p:cNvSpPr/>
            <p:nvPr/>
          </p:nvSpPr>
          <p:spPr>
            <a:xfrm>
              <a:off x="188975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34"/>
            <p:cNvSpPr/>
            <p:nvPr/>
          </p:nvSpPr>
          <p:spPr>
            <a:xfrm>
              <a:off x="188975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34"/>
            <p:cNvSpPr/>
            <p:nvPr/>
          </p:nvSpPr>
          <p:spPr>
            <a:xfrm>
              <a:off x="188975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34"/>
            <p:cNvSpPr/>
            <p:nvPr/>
          </p:nvSpPr>
          <p:spPr>
            <a:xfrm>
              <a:off x="188975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34"/>
            <p:cNvSpPr/>
            <p:nvPr/>
          </p:nvSpPr>
          <p:spPr>
            <a:xfrm>
              <a:off x="188975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34"/>
            <p:cNvSpPr/>
            <p:nvPr/>
          </p:nvSpPr>
          <p:spPr>
            <a:xfrm>
              <a:off x="20402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34"/>
            <p:cNvSpPr/>
            <p:nvPr/>
          </p:nvSpPr>
          <p:spPr>
            <a:xfrm>
              <a:off x="20402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34"/>
            <p:cNvSpPr/>
            <p:nvPr/>
          </p:nvSpPr>
          <p:spPr>
            <a:xfrm>
              <a:off x="20402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34"/>
            <p:cNvSpPr/>
            <p:nvPr/>
          </p:nvSpPr>
          <p:spPr>
            <a:xfrm>
              <a:off x="21907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34"/>
            <p:cNvSpPr/>
            <p:nvPr/>
          </p:nvSpPr>
          <p:spPr>
            <a:xfrm>
              <a:off x="23413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34"/>
            <p:cNvSpPr/>
            <p:nvPr/>
          </p:nvSpPr>
          <p:spPr>
            <a:xfrm>
              <a:off x="2642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34"/>
            <p:cNvSpPr/>
            <p:nvPr/>
          </p:nvSpPr>
          <p:spPr>
            <a:xfrm>
              <a:off x="2642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34"/>
            <p:cNvSpPr/>
            <p:nvPr/>
          </p:nvSpPr>
          <p:spPr>
            <a:xfrm>
              <a:off x="324435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3" name="Google Shape;1563;p34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1564" name="Google Shape;1564;p34"/>
            <p:cNvSpPr/>
            <p:nvPr/>
          </p:nvSpPr>
          <p:spPr>
            <a:xfrm>
              <a:off x="15887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34"/>
            <p:cNvSpPr/>
            <p:nvPr/>
          </p:nvSpPr>
          <p:spPr>
            <a:xfrm>
              <a:off x="15887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34"/>
            <p:cNvSpPr/>
            <p:nvPr/>
          </p:nvSpPr>
          <p:spPr>
            <a:xfrm>
              <a:off x="15887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34"/>
            <p:cNvSpPr/>
            <p:nvPr/>
          </p:nvSpPr>
          <p:spPr>
            <a:xfrm>
              <a:off x="15887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34"/>
            <p:cNvSpPr/>
            <p:nvPr/>
          </p:nvSpPr>
          <p:spPr>
            <a:xfrm>
              <a:off x="15887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34"/>
            <p:cNvSpPr/>
            <p:nvPr/>
          </p:nvSpPr>
          <p:spPr>
            <a:xfrm>
              <a:off x="15887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34"/>
            <p:cNvSpPr/>
            <p:nvPr/>
          </p:nvSpPr>
          <p:spPr>
            <a:xfrm>
              <a:off x="17392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34"/>
            <p:cNvSpPr/>
            <p:nvPr/>
          </p:nvSpPr>
          <p:spPr>
            <a:xfrm>
              <a:off x="17392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34"/>
            <p:cNvSpPr/>
            <p:nvPr/>
          </p:nvSpPr>
          <p:spPr>
            <a:xfrm>
              <a:off x="17392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34"/>
            <p:cNvSpPr/>
            <p:nvPr/>
          </p:nvSpPr>
          <p:spPr>
            <a:xfrm>
              <a:off x="17392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34"/>
            <p:cNvSpPr/>
            <p:nvPr/>
          </p:nvSpPr>
          <p:spPr>
            <a:xfrm>
              <a:off x="17392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34"/>
            <p:cNvSpPr/>
            <p:nvPr/>
          </p:nvSpPr>
          <p:spPr>
            <a:xfrm>
              <a:off x="17392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34"/>
            <p:cNvSpPr/>
            <p:nvPr/>
          </p:nvSpPr>
          <p:spPr>
            <a:xfrm>
              <a:off x="17392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34"/>
            <p:cNvSpPr/>
            <p:nvPr/>
          </p:nvSpPr>
          <p:spPr>
            <a:xfrm>
              <a:off x="188975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34"/>
            <p:cNvSpPr/>
            <p:nvPr/>
          </p:nvSpPr>
          <p:spPr>
            <a:xfrm>
              <a:off x="188975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34"/>
            <p:cNvSpPr/>
            <p:nvPr/>
          </p:nvSpPr>
          <p:spPr>
            <a:xfrm>
              <a:off x="188975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34"/>
            <p:cNvSpPr/>
            <p:nvPr/>
          </p:nvSpPr>
          <p:spPr>
            <a:xfrm>
              <a:off x="188975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34"/>
            <p:cNvSpPr/>
            <p:nvPr/>
          </p:nvSpPr>
          <p:spPr>
            <a:xfrm>
              <a:off x="188975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34"/>
            <p:cNvSpPr/>
            <p:nvPr/>
          </p:nvSpPr>
          <p:spPr>
            <a:xfrm>
              <a:off x="188975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34"/>
            <p:cNvSpPr/>
            <p:nvPr/>
          </p:nvSpPr>
          <p:spPr>
            <a:xfrm>
              <a:off x="188975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34"/>
            <p:cNvSpPr/>
            <p:nvPr/>
          </p:nvSpPr>
          <p:spPr>
            <a:xfrm>
              <a:off x="188975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34"/>
            <p:cNvSpPr/>
            <p:nvPr/>
          </p:nvSpPr>
          <p:spPr>
            <a:xfrm>
              <a:off x="188975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34"/>
            <p:cNvSpPr/>
            <p:nvPr/>
          </p:nvSpPr>
          <p:spPr>
            <a:xfrm>
              <a:off x="188975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34"/>
            <p:cNvSpPr/>
            <p:nvPr/>
          </p:nvSpPr>
          <p:spPr>
            <a:xfrm>
              <a:off x="188975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34"/>
            <p:cNvSpPr/>
            <p:nvPr/>
          </p:nvSpPr>
          <p:spPr>
            <a:xfrm>
              <a:off x="188975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34"/>
            <p:cNvSpPr/>
            <p:nvPr/>
          </p:nvSpPr>
          <p:spPr>
            <a:xfrm>
              <a:off x="188975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34"/>
            <p:cNvSpPr/>
            <p:nvPr/>
          </p:nvSpPr>
          <p:spPr>
            <a:xfrm>
              <a:off x="188975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34"/>
            <p:cNvSpPr/>
            <p:nvPr/>
          </p:nvSpPr>
          <p:spPr>
            <a:xfrm>
              <a:off x="188975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34"/>
            <p:cNvSpPr/>
            <p:nvPr/>
          </p:nvSpPr>
          <p:spPr>
            <a:xfrm>
              <a:off x="188975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34"/>
            <p:cNvSpPr/>
            <p:nvPr/>
          </p:nvSpPr>
          <p:spPr>
            <a:xfrm>
              <a:off x="188975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34"/>
            <p:cNvSpPr/>
            <p:nvPr/>
          </p:nvSpPr>
          <p:spPr>
            <a:xfrm>
              <a:off x="188975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34"/>
            <p:cNvSpPr/>
            <p:nvPr/>
          </p:nvSpPr>
          <p:spPr>
            <a:xfrm>
              <a:off x="188975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34"/>
            <p:cNvSpPr/>
            <p:nvPr/>
          </p:nvSpPr>
          <p:spPr>
            <a:xfrm>
              <a:off x="20402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34"/>
            <p:cNvSpPr/>
            <p:nvPr/>
          </p:nvSpPr>
          <p:spPr>
            <a:xfrm>
              <a:off x="20402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34"/>
            <p:cNvSpPr/>
            <p:nvPr/>
          </p:nvSpPr>
          <p:spPr>
            <a:xfrm>
              <a:off x="20402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34"/>
            <p:cNvSpPr/>
            <p:nvPr/>
          </p:nvSpPr>
          <p:spPr>
            <a:xfrm>
              <a:off x="20402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34"/>
            <p:cNvSpPr/>
            <p:nvPr/>
          </p:nvSpPr>
          <p:spPr>
            <a:xfrm>
              <a:off x="20402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34"/>
            <p:cNvSpPr/>
            <p:nvPr/>
          </p:nvSpPr>
          <p:spPr>
            <a:xfrm>
              <a:off x="20402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34"/>
            <p:cNvSpPr/>
            <p:nvPr/>
          </p:nvSpPr>
          <p:spPr>
            <a:xfrm>
              <a:off x="20402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34"/>
            <p:cNvSpPr/>
            <p:nvPr/>
          </p:nvSpPr>
          <p:spPr>
            <a:xfrm>
              <a:off x="20402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34"/>
            <p:cNvSpPr/>
            <p:nvPr/>
          </p:nvSpPr>
          <p:spPr>
            <a:xfrm>
              <a:off x="20402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34"/>
            <p:cNvSpPr/>
            <p:nvPr/>
          </p:nvSpPr>
          <p:spPr>
            <a:xfrm>
              <a:off x="20402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34"/>
            <p:cNvSpPr/>
            <p:nvPr/>
          </p:nvSpPr>
          <p:spPr>
            <a:xfrm>
              <a:off x="20402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34"/>
            <p:cNvSpPr/>
            <p:nvPr/>
          </p:nvSpPr>
          <p:spPr>
            <a:xfrm>
              <a:off x="20402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34"/>
            <p:cNvSpPr/>
            <p:nvPr/>
          </p:nvSpPr>
          <p:spPr>
            <a:xfrm>
              <a:off x="20402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34"/>
            <p:cNvSpPr/>
            <p:nvPr/>
          </p:nvSpPr>
          <p:spPr>
            <a:xfrm>
              <a:off x="20402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34"/>
            <p:cNvSpPr/>
            <p:nvPr/>
          </p:nvSpPr>
          <p:spPr>
            <a:xfrm>
              <a:off x="20402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34"/>
            <p:cNvSpPr/>
            <p:nvPr/>
          </p:nvSpPr>
          <p:spPr>
            <a:xfrm>
              <a:off x="20402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34"/>
            <p:cNvSpPr/>
            <p:nvPr/>
          </p:nvSpPr>
          <p:spPr>
            <a:xfrm>
              <a:off x="20402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34"/>
            <p:cNvSpPr/>
            <p:nvPr/>
          </p:nvSpPr>
          <p:spPr>
            <a:xfrm>
              <a:off x="20402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34"/>
            <p:cNvSpPr/>
            <p:nvPr/>
          </p:nvSpPr>
          <p:spPr>
            <a:xfrm>
              <a:off x="20402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34"/>
            <p:cNvSpPr/>
            <p:nvPr/>
          </p:nvSpPr>
          <p:spPr>
            <a:xfrm>
              <a:off x="2190775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34"/>
            <p:cNvSpPr/>
            <p:nvPr/>
          </p:nvSpPr>
          <p:spPr>
            <a:xfrm>
              <a:off x="2190775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34"/>
            <p:cNvSpPr/>
            <p:nvPr/>
          </p:nvSpPr>
          <p:spPr>
            <a:xfrm>
              <a:off x="2190775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34"/>
            <p:cNvSpPr/>
            <p:nvPr/>
          </p:nvSpPr>
          <p:spPr>
            <a:xfrm>
              <a:off x="2190775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34"/>
            <p:cNvSpPr/>
            <p:nvPr/>
          </p:nvSpPr>
          <p:spPr>
            <a:xfrm>
              <a:off x="21907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34"/>
            <p:cNvSpPr/>
            <p:nvPr/>
          </p:nvSpPr>
          <p:spPr>
            <a:xfrm>
              <a:off x="21907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34"/>
            <p:cNvSpPr/>
            <p:nvPr/>
          </p:nvSpPr>
          <p:spPr>
            <a:xfrm>
              <a:off x="2190775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34"/>
            <p:cNvSpPr/>
            <p:nvPr/>
          </p:nvSpPr>
          <p:spPr>
            <a:xfrm>
              <a:off x="2190775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34"/>
            <p:cNvSpPr/>
            <p:nvPr/>
          </p:nvSpPr>
          <p:spPr>
            <a:xfrm>
              <a:off x="21907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34"/>
            <p:cNvSpPr/>
            <p:nvPr/>
          </p:nvSpPr>
          <p:spPr>
            <a:xfrm>
              <a:off x="2190775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34"/>
            <p:cNvSpPr/>
            <p:nvPr/>
          </p:nvSpPr>
          <p:spPr>
            <a:xfrm>
              <a:off x="21907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34"/>
            <p:cNvSpPr/>
            <p:nvPr/>
          </p:nvSpPr>
          <p:spPr>
            <a:xfrm>
              <a:off x="2190775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34"/>
            <p:cNvSpPr/>
            <p:nvPr/>
          </p:nvSpPr>
          <p:spPr>
            <a:xfrm>
              <a:off x="21907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34"/>
            <p:cNvSpPr/>
            <p:nvPr/>
          </p:nvSpPr>
          <p:spPr>
            <a:xfrm>
              <a:off x="21907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34"/>
            <p:cNvSpPr/>
            <p:nvPr/>
          </p:nvSpPr>
          <p:spPr>
            <a:xfrm>
              <a:off x="21907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34"/>
            <p:cNvSpPr/>
            <p:nvPr/>
          </p:nvSpPr>
          <p:spPr>
            <a:xfrm>
              <a:off x="2190775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34"/>
            <p:cNvSpPr/>
            <p:nvPr/>
          </p:nvSpPr>
          <p:spPr>
            <a:xfrm>
              <a:off x="21907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34"/>
            <p:cNvSpPr/>
            <p:nvPr/>
          </p:nvSpPr>
          <p:spPr>
            <a:xfrm>
              <a:off x="21907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34"/>
            <p:cNvSpPr/>
            <p:nvPr/>
          </p:nvSpPr>
          <p:spPr>
            <a:xfrm>
              <a:off x="2190775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34"/>
            <p:cNvSpPr/>
            <p:nvPr/>
          </p:nvSpPr>
          <p:spPr>
            <a:xfrm>
              <a:off x="21907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34"/>
            <p:cNvSpPr/>
            <p:nvPr/>
          </p:nvSpPr>
          <p:spPr>
            <a:xfrm>
              <a:off x="2190775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34"/>
            <p:cNvSpPr/>
            <p:nvPr/>
          </p:nvSpPr>
          <p:spPr>
            <a:xfrm>
              <a:off x="2190775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34"/>
            <p:cNvSpPr/>
            <p:nvPr/>
          </p:nvSpPr>
          <p:spPr>
            <a:xfrm>
              <a:off x="21907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34"/>
            <p:cNvSpPr/>
            <p:nvPr/>
          </p:nvSpPr>
          <p:spPr>
            <a:xfrm>
              <a:off x="21907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34"/>
            <p:cNvSpPr/>
            <p:nvPr/>
          </p:nvSpPr>
          <p:spPr>
            <a:xfrm>
              <a:off x="2190775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34"/>
            <p:cNvSpPr/>
            <p:nvPr/>
          </p:nvSpPr>
          <p:spPr>
            <a:xfrm>
              <a:off x="23413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34"/>
            <p:cNvSpPr/>
            <p:nvPr/>
          </p:nvSpPr>
          <p:spPr>
            <a:xfrm>
              <a:off x="23413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34"/>
            <p:cNvSpPr/>
            <p:nvPr/>
          </p:nvSpPr>
          <p:spPr>
            <a:xfrm>
              <a:off x="23413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34"/>
            <p:cNvSpPr/>
            <p:nvPr/>
          </p:nvSpPr>
          <p:spPr>
            <a:xfrm>
              <a:off x="23413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34"/>
            <p:cNvSpPr/>
            <p:nvPr/>
          </p:nvSpPr>
          <p:spPr>
            <a:xfrm>
              <a:off x="23413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34"/>
            <p:cNvSpPr/>
            <p:nvPr/>
          </p:nvSpPr>
          <p:spPr>
            <a:xfrm>
              <a:off x="23413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34"/>
            <p:cNvSpPr/>
            <p:nvPr/>
          </p:nvSpPr>
          <p:spPr>
            <a:xfrm>
              <a:off x="23413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34"/>
            <p:cNvSpPr/>
            <p:nvPr/>
          </p:nvSpPr>
          <p:spPr>
            <a:xfrm>
              <a:off x="23413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34"/>
            <p:cNvSpPr/>
            <p:nvPr/>
          </p:nvSpPr>
          <p:spPr>
            <a:xfrm>
              <a:off x="23413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34"/>
            <p:cNvSpPr/>
            <p:nvPr/>
          </p:nvSpPr>
          <p:spPr>
            <a:xfrm>
              <a:off x="23413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34"/>
            <p:cNvSpPr/>
            <p:nvPr/>
          </p:nvSpPr>
          <p:spPr>
            <a:xfrm>
              <a:off x="23413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34"/>
            <p:cNvSpPr/>
            <p:nvPr/>
          </p:nvSpPr>
          <p:spPr>
            <a:xfrm>
              <a:off x="23413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34"/>
            <p:cNvSpPr/>
            <p:nvPr/>
          </p:nvSpPr>
          <p:spPr>
            <a:xfrm>
              <a:off x="23413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34"/>
            <p:cNvSpPr/>
            <p:nvPr/>
          </p:nvSpPr>
          <p:spPr>
            <a:xfrm>
              <a:off x="23413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34"/>
            <p:cNvSpPr/>
            <p:nvPr/>
          </p:nvSpPr>
          <p:spPr>
            <a:xfrm>
              <a:off x="23413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34"/>
            <p:cNvSpPr/>
            <p:nvPr/>
          </p:nvSpPr>
          <p:spPr>
            <a:xfrm>
              <a:off x="23413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34"/>
            <p:cNvSpPr/>
            <p:nvPr/>
          </p:nvSpPr>
          <p:spPr>
            <a:xfrm>
              <a:off x="23413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34"/>
            <p:cNvSpPr/>
            <p:nvPr/>
          </p:nvSpPr>
          <p:spPr>
            <a:xfrm>
              <a:off x="23413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34"/>
            <p:cNvSpPr/>
            <p:nvPr/>
          </p:nvSpPr>
          <p:spPr>
            <a:xfrm>
              <a:off x="23413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34"/>
            <p:cNvSpPr/>
            <p:nvPr/>
          </p:nvSpPr>
          <p:spPr>
            <a:xfrm>
              <a:off x="23413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34"/>
            <p:cNvSpPr/>
            <p:nvPr/>
          </p:nvSpPr>
          <p:spPr>
            <a:xfrm>
              <a:off x="23413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34"/>
            <p:cNvSpPr/>
            <p:nvPr/>
          </p:nvSpPr>
          <p:spPr>
            <a:xfrm>
              <a:off x="23413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34"/>
            <p:cNvSpPr/>
            <p:nvPr/>
          </p:nvSpPr>
          <p:spPr>
            <a:xfrm>
              <a:off x="23413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34"/>
            <p:cNvSpPr/>
            <p:nvPr/>
          </p:nvSpPr>
          <p:spPr>
            <a:xfrm>
              <a:off x="23413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34"/>
            <p:cNvSpPr/>
            <p:nvPr/>
          </p:nvSpPr>
          <p:spPr>
            <a:xfrm>
              <a:off x="23413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34"/>
            <p:cNvSpPr/>
            <p:nvPr/>
          </p:nvSpPr>
          <p:spPr>
            <a:xfrm>
              <a:off x="23413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34"/>
            <p:cNvSpPr/>
            <p:nvPr/>
          </p:nvSpPr>
          <p:spPr>
            <a:xfrm>
              <a:off x="24918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34"/>
            <p:cNvSpPr/>
            <p:nvPr/>
          </p:nvSpPr>
          <p:spPr>
            <a:xfrm>
              <a:off x="24918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34"/>
            <p:cNvSpPr/>
            <p:nvPr/>
          </p:nvSpPr>
          <p:spPr>
            <a:xfrm>
              <a:off x="24918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34"/>
            <p:cNvSpPr/>
            <p:nvPr/>
          </p:nvSpPr>
          <p:spPr>
            <a:xfrm>
              <a:off x="24918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34"/>
            <p:cNvSpPr/>
            <p:nvPr/>
          </p:nvSpPr>
          <p:spPr>
            <a:xfrm>
              <a:off x="24918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34"/>
            <p:cNvSpPr/>
            <p:nvPr/>
          </p:nvSpPr>
          <p:spPr>
            <a:xfrm>
              <a:off x="24918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34"/>
            <p:cNvSpPr/>
            <p:nvPr/>
          </p:nvSpPr>
          <p:spPr>
            <a:xfrm>
              <a:off x="24918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34"/>
            <p:cNvSpPr/>
            <p:nvPr/>
          </p:nvSpPr>
          <p:spPr>
            <a:xfrm>
              <a:off x="24918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34"/>
            <p:cNvSpPr/>
            <p:nvPr/>
          </p:nvSpPr>
          <p:spPr>
            <a:xfrm>
              <a:off x="24918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34"/>
            <p:cNvSpPr/>
            <p:nvPr/>
          </p:nvSpPr>
          <p:spPr>
            <a:xfrm>
              <a:off x="24918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34"/>
            <p:cNvSpPr/>
            <p:nvPr/>
          </p:nvSpPr>
          <p:spPr>
            <a:xfrm>
              <a:off x="24918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34"/>
            <p:cNvSpPr/>
            <p:nvPr/>
          </p:nvSpPr>
          <p:spPr>
            <a:xfrm>
              <a:off x="24918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34"/>
            <p:cNvSpPr/>
            <p:nvPr/>
          </p:nvSpPr>
          <p:spPr>
            <a:xfrm>
              <a:off x="24918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34"/>
            <p:cNvSpPr/>
            <p:nvPr/>
          </p:nvSpPr>
          <p:spPr>
            <a:xfrm>
              <a:off x="24918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34"/>
            <p:cNvSpPr/>
            <p:nvPr/>
          </p:nvSpPr>
          <p:spPr>
            <a:xfrm>
              <a:off x="24918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34"/>
            <p:cNvSpPr/>
            <p:nvPr/>
          </p:nvSpPr>
          <p:spPr>
            <a:xfrm>
              <a:off x="24918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34"/>
            <p:cNvSpPr/>
            <p:nvPr/>
          </p:nvSpPr>
          <p:spPr>
            <a:xfrm>
              <a:off x="24918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34"/>
            <p:cNvSpPr/>
            <p:nvPr/>
          </p:nvSpPr>
          <p:spPr>
            <a:xfrm>
              <a:off x="24918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34"/>
            <p:cNvSpPr/>
            <p:nvPr/>
          </p:nvSpPr>
          <p:spPr>
            <a:xfrm>
              <a:off x="24918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34"/>
            <p:cNvSpPr/>
            <p:nvPr/>
          </p:nvSpPr>
          <p:spPr>
            <a:xfrm>
              <a:off x="24918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34"/>
            <p:cNvSpPr/>
            <p:nvPr/>
          </p:nvSpPr>
          <p:spPr>
            <a:xfrm>
              <a:off x="24918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34"/>
            <p:cNvSpPr/>
            <p:nvPr/>
          </p:nvSpPr>
          <p:spPr>
            <a:xfrm>
              <a:off x="24918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34"/>
            <p:cNvSpPr/>
            <p:nvPr/>
          </p:nvSpPr>
          <p:spPr>
            <a:xfrm>
              <a:off x="24918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34"/>
            <p:cNvSpPr/>
            <p:nvPr/>
          </p:nvSpPr>
          <p:spPr>
            <a:xfrm>
              <a:off x="24918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34"/>
            <p:cNvSpPr/>
            <p:nvPr/>
          </p:nvSpPr>
          <p:spPr>
            <a:xfrm>
              <a:off x="24918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34"/>
            <p:cNvSpPr/>
            <p:nvPr/>
          </p:nvSpPr>
          <p:spPr>
            <a:xfrm>
              <a:off x="2642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34"/>
            <p:cNvSpPr/>
            <p:nvPr/>
          </p:nvSpPr>
          <p:spPr>
            <a:xfrm>
              <a:off x="2642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34"/>
            <p:cNvSpPr/>
            <p:nvPr/>
          </p:nvSpPr>
          <p:spPr>
            <a:xfrm>
              <a:off x="2642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34"/>
            <p:cNvSpPr/>
            <p:nvPr/>
          </p:nvSpPr>
          <p:spPr>
            <a:xfrm>
              <a:off x="2642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34"/>
            <p:cNvSpPr/>
            <p:nvPr/>
          </p:nvSpPr>
          <p:spPr>
            <a:xfrm>
              <a:off x="2642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34"/>
            <p:cNvSpPr/>
            <p:nvPr/>
          </p:nvSpPr>
          <p:spPr>
            <a:xfrm>
              <a:off x="2642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34"/>
            <p:cNvSpPr/>
            <p:nvPr/>
          </p:nvSpPr>
          <p:spPr>
            <a:xfrm>
              <a:off x="2642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34"/>
            <p:cNvSpPr/>
            <p:nvPr/>
          </p:nvSpPr>
          <p:spPr>
            <a:xfrm>
              <a:off x="2642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34"/>
            <p:cNvSpPr/>
            <p:nvPr/>
          </p:nvSpPr>
          <p:spPr>
            <a:xfrm>
              <a:off x="2642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34"/>
            <p:cNvSpPr/>
            <p:nvPr/>
          </p:nvSpPr>
          <p:spPr>
            <a:xfrm>
              <a:off x="2642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34"/>
            <p:cNvSpPr/>
            <p:nvPr/>
          </p:nvSpPr>
          <p:spPr>
            <a:xfrm>
              <a:off x="2642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34"/>
            <p:cNvSpPr/>
            <p:nvPr/>
          </p:nvSpPr>
          <p:spPr>
            <a:xfrm>
              <a:off x="2642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34"/>
            <p:cNvSpPr/>
            <p:nvPr/>
          </p:nvSpPr>
          <p:spPr>
            <a:xfrm>
              <a:off x="2642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34"/>
            <p:cNvSpPr/>
            <p:nvPr/>
          </p:nvSpPr>
          <p:spPr>
            <a:xfrm>
              <a:off x="2642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34"/>
            <p:cNvSpPr/>
            <p:nvPr/>
          </p:nvSpPr>
          <p:spPr>
            <a:xfrm>
              <a:off x="2642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34"/>
            <p:cNvSpPr/>
            <p:nvPr/>
          </p:nvSpPr>
          <p:spPr>
            <a:xfrm>
              <a:off x="2642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34"/>
            <p:cNvSpPr/>
            <p:nvPr/>
          </p:nvSpPr>
          <p:spPr>
            <a:xfrm>
              <a:off x="2642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34"/>
            <p:cNvSpPr/>
            <p:nvPr/>
          </p:nvSpPr>
          <p:spPr>
            <a:xfrm>
              <a:off x="2642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34"/>
            <p:cNvSpPr/>
            <p:nvPr/>
          </p:nvSpPr>
          <p:spPr>
            <a:xfrm>
              <a:off x="2642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34"/>
            <p:cNvSpPr/>
            <p:nvPr/>
          </p:nvSpPr>
          <p:spPr>
            <a:xfrm>
              <a:off x="2642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34"/>
            <p:cNvSpPr/>
            <p:nvPr/>
          </p:nvSpPr>
          <p:spPr>
            <a:xfrm>
              <a:off x="2792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34"/>
            <p:cNvSpPr/>
            <p:nvPr/>
          </p:nvSpPr>
          <p:spPr>
            <a:xfrm>
              <a:off x="2792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34"/>
            <p:cNvSpPr/>
            <p:nvPr/>
          </p:nvSpPr>
          <p:spPr>
            <a:xfrm>
              <a:off x="2792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34"/>
            <p:cNvSpPr/>
            <p:nvPr/>
          </p:nvSpPr>
          <p:spPr>
            <a:xfrm>
              <a:off x="2792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34"/>
            <p:cNvSpPr/>
            <p:nvPr/>
          </p:nvSpPr>
          <p:spPr>
            <a:xfrm>
              <a:off x="2792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34"/>
            <p:cNvSpPr/>
            <p:nvPr/>
          </p:nvSpPr>
          <p:spPr>
            <a:xfrm>
              <a:off x="2792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34"/>
            <p:cNvSpPr/>
            <p:nvPr/>
          </p:nvSpPr>
          <p:spPr>
            <a:xfrm>
              <a:off x="2792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34"/>
            <p:cNvSpPr/>
            <p:nvPr/>
          </p:nvSpPr>
          <p:spPr>
            <a:xfrm>
              <a:off x="2792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34"/>
            <p:cNvSpPr/>
            <p:nvPr/>
          </p:nvSpPr>
          <p:spPr>
            <a:xfrm>
              <a:off x="2792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34"/>
            <p:cNvSpPr/>
            <p:nvPr/>
          </p:nvSpPr>
          <p:spPr>
            <a:xfrm>
              <a:off x="2792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34"/>
            <p:cNvSpPr/>
            <p:nvPr/>
          </p:nvSpPr>
          <p:spPr>
            <a:xfrm>
              <a:off x="2792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34"/>
            <p:cNvSpPr/>
            <p:nvPr/>
          </p:nvSpPr>
          <p:spPr>
            <a:xfrm>
              <a:off x="2792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34"/>
            <p:cNvSpPr/>
            <p:nvPr/>
          </p:nvSpPr>
          <p:spPr>
            <a:xfrm>
              <a:off x="2792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34"/>
            <p:cNvSpPr/>
            <p:nvPr/>
          </p:nvSpPr>
          <p:spPr>
            <a:xfrm>
              <a:off x="2792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34"/>
            <p:cNvSpPr/>
            <p:nvPr/>
          </p:nvSpPr>
          <p:spPr>
            <a:xfrm>
              <a:off x="2792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34"/>
            <p:cNvSpPr/>
            <p:nvPr/>
          </p:nvSpPr>
          <p:spPr>
            <a:xfrm>
              <a:off x="2792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34"/>
            <p:cNvSpPr/>
            <p:nvPr/>
          </p:nvSpPr>
          <p:spPr>
            <a:xfrm>
              <a:off x="2792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34"/>
            <p:cNvSpPr/>
            <p:nvPr/>
          </p:nvSpPr>
          <p:spPr>
            <a:xfrm>
              <a:off x="2792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34"/>
            <p:cNvSpPr/>
            <p:nvPr/>
          </p:nvSpPr>
          <p:spPr>
            <a:xfrm>
              <a:off x="294332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34"/>
            <p:cNvSpPr/>
            <p:nvPr/>
          </p:nvSpPr>
          <p:spPr>
            <a:xfrm>
              <a:off x="294332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34"/>
            <p:cNvSpPr/>
            <p:nvPr/>
          </p:nvSpPr>
          <p:spPr>
            <a:xfrm>
              <a:off x="294332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34"/>
            <p:cNvSpPr/>
            <p:nvPr/>
          </p:nvSpPr>
          <p:spPr>
            <a:xfrm>
              <a:off x="294332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34"/>
            <p:cNvSpPr/>
            <p:nvPr/>
          </p:nvSpPr>
          <p:spPr>
            <a:xfrm>
              <a:off x="294332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34"/>
            <p:cNvSpPr/>
            <p:nvPr/>
          </p:nvSpPr>
          <p:spPr>
            <a:xfrm>
              <a:off x="294332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34"/>
            <p:cNvSpPr/>
            <p:nvPr/>
          </p:nvSpPr>
          <p:spPr>
            <a:xfrm>
              <a:off x="294332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34"/>
            <p:cNvSpPr/>
            <p:nvPr/>
          </p:nvSpPr>
          <p:spPr>
            <a:xfrm>
              <a:off x="294332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34"/>
            <p:cNvSpPr/>
            <p:nvPr/>
          </p:nvSpPr>
          <p:spPr>
            <a:xfrm>
              <a:off x="294332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34"/>
            <p:cNvSpPr/>
            <p:nvPr/>
          </p:nvSpPr>
          <p:spPr>
            <a:xfrm>
              <a:off x="294332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34"/>
            <p:cNvSpPr/>
            <p:nvPr/>
          </p:nvSpPr>
          <p:spPr>
            <a:xfrm>
              <a:off x="294332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294332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294332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294332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294332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294332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294332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294332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3093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3093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3093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3093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3093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3093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3093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3093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3093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324435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324435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324435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324435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324435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324435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324435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324435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3394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3394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3394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33948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3394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3394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3545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3545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3545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3" name="Google Shape;1773;p34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1774" name="Google Shape;1774;p34"/>
            <p:cNvSpPr/>
            <p:nvPr/>
          </p:nvSpPr>
          <p:spPr>
            <a:xfrm>
              <a:off x="12877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12877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12877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12877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12877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12877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12877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12877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12877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12877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12877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12877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12877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12877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12877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14382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34"/>
            <p:cNvSpPr/>
            <p:nvPr/>
          </p:nvSpPr>
          <p:spPr>
            <a:xfrm>
              <a:off x="14382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34"/>
            <p:cNvSpPr/>
            <p:nvPr/>
          </p:nvSpPr>
          <p:spPr>
            <a:xfrm>
              <a:off x="14382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34"/>
            <p:cNvSpPr/>
            <p:nvPr/>
          </p:nvSpPr>
          <p:spPr>
            <a:xfrm>
              <a:off x="14382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34"/>
            <p:cNvSpPr/>
            <p:nvPr/>
          </p:nvSpPr>
          <p:spPr>
            <a:xfrm>
              <a:off x="15887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34"/>
            <p:cNvSpPr/>
            <p:nvPr/>
          </p:nvSpPr>
          <p:spPr>
            <a:xfrm>
              <a:off x="15887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34"/>
            <p:cNvSpPr/>
            <p:nvPr/>
          </p:nvSpPr>
          <p:spPr>
            <a:xfrm>
              <a:off x="15887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34"/>
            <p:cNvSpPr/>
            <p:nvPr/>
          </p:nvSpPr>
          <p:spPr>
            <a:xfrm>
              <a:off x="15887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34"/>
            <p:cNvSpPr/>
            <p:nvPr/>
          </p:nvSpPr>
          <p:spPr>
            <a:xfrm>
              <a:off x="15887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34"/>
            <p:cNvSpPr/>
            <p:nvPr/>
          </p:nvSpPr>
          <p:spPr>
            <a:xfrm>
              <a:off x="15887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34"/>
            <p:cNvSpPr/>
            <p:nvPr/>
          </p:nvSpPr>
          <p:spPr>
            <a:xfrm>
              <a:off x="15887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34"/>
            <p:cNvSpPr/>
            <p:nvPr/>
          </p:nvSpPr>
          <p:spPr>
            <a:xfrm>
              <a:off x="15887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34"/>
            <p:cNvSpPr/>
            <p:nvPr/>
          </p:nvSpPr>
          <p:spPr>
            <a:xfrm>
              <a:off x="15887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34"/>
            <p:cNvSpPr/>
            <p:nvPr/>
          </p:nvSpPr>
          <p:spPr>
            <a:xfrm>
              <a:off x="15887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34"/>
            <p:cNvSpPr/>
            <p:nvPr/>
          </p:nvSpPr>
          <p:spPr>
            <a:xfrm>
              <a:off x="17392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34"/>
            <p:cNvSpPr/>
            <p:nvPr/>
          </p:nvSpPr>
          <p:spPr>
            <a:xfrm>
              <a:off x="17392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34"/>
            <p:cNvSpPr/>
            <p:nvPr/>
          </p:nvSpPr>
          <p:spPr>
            <a:xfrm>
              <a:off x="17392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34"/>
            <p:cNvSpPr/>
            <p:nvPr/>
          </p:nvSpPr>
          <p:spPr>
            <a:xfrm>
              <a:off x="17392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34"/>
            <p:cNvSpPr/>
            <p:nvPr/>
          </p:nvSpPr>
          <p:spPr>
            <a:xfrm>
              <a:off x="17392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34"/>
            <p:cNvSpPr/>
            <p:nvPr/>
          </p:nvSpPr>
          <p:spPr>
            <a:xfrm>
              <a:off x="17392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34"/>
            <p:cNvSpPr/>
            <p:nvPr/>
          </p:nvSpPr>
          <p:spPr>
            <a:xfrm>
              <a:off x="17392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34"/>
            <p:cNvSpPr/>
            <p:nvPr/>
          </p:nvSpPr>
          <p:spPr>
            <a:xfrm>
              <a:off x="17392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34"/>
            <p:cNvSpPr/>
            <p:nvPr/>
          </p:nvSpPr>
          <p:spPr>
            <a:xfrm>
              <a:off x="17392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34"/>
            <p:cNvSpPr/>
            <p:nvPr/>
          </p:nvSpPr>
          <p:spPr>
            <a:xfrm>
              <a:off x="17392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34"/>
            <p:cNvSpPr/>
            <p:nvPr/>
          </p:nvSpPr>
          <p:spPr>
            <a:xfrm>
              <a:off x="17392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34"/>
            <p:cNvSpPr/>
            <p:nvPr/>
          </p:nvSpPr>
          <p:spPr>
            <a:xfrm>
              <a:off x="17392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34"/>
            <p:cNvSpPr/>
            <p:nvPr/>
          </p:nvSpPr>
          <p:spPr>
            <a:xfrm>
              <a:off x="17392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34"/>
            <p:cNvSpPr/>
            <p:nvPr/>
          </p:nvSpPr>
          <p:spPr>
            <a:xfrm>
              <a:off x="17392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34"/>
            <p:cNvSpPr/>
            <p:nvPr/>
          </p:nvSpPr>
          <p:spPr>
            <a:xfrm>
              <a:off x="17392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34"/>
            <p:cNvSpPr/>
            <p:nvPr/>
          </p:nvSpPr>
          <p:spPr>
            <a:xfrm>
              <a:off x="17392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34"/>
            <p:cNvSpPr/>
            <p:nvPr/>
          </p:nvSpPr>
          <p:spPr>
            <a:xfrm>
              <a:off x="17392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34"/>
            <p:cNvSpPr/>
            <p:nvPr/>
          </p:nvSpPr>
          <p:spPr>
            <a:xfrm>
              <a:off x="188975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34"/>
            <p:cNvSpPr/>
            <p:nvPr/>
          </p:nvSpPr>
          <p:spPr>
            <a:xfrm>
              <a:off x="188975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34"/>
            <p:cNvSpPr/>
            <p:nvPr/>
          </p:nvSpPr>
          <p:spPr>
            <a:xfrm>
              <a:off x="188975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34"/>
            <p:cNvSpPr/>
            <p:nvPr/>
          </p:nvSpPr>
          <p:spPr>
            <a:xfrm>
              <a:off x="188975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34"/>
            <p:cNvSpPr/>
            <p:nvPr/>
          </p:nvSpPr>
          <p:spPr>
            <a:xfrm>
              <a:off x="188975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34"/>
            <p:cNvSpPr/>
            <p:nvPr/>
          </p:nvSpPr>
          <p:spPr>
            <a:xfrm>
              <a:off x="188975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34"/>
            <p:cNvSpPr/>
            <p:nvPr/>
          </p:nvSpPr>
          <p:spPr>
            <a:xfrm>
              <a:off x="188975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34"/>
            <p:cNvSpPr/>
            <p:nvPr/>
          </p:nvSpPr>
          <p:spPr>
            <a:xfrm>
              <a:off x="188975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34"/>
            <p:cNvSpPr/>
            <p:nvPr/>
          </p:nvSpPr>
          <p:spPr>
            <a:xfrm>
              <a:off x="188975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34"/>
            <p:cNvSpPr/>
            <p:nvPr/>
          </p:nvSpPr>
          <p:spPr>
            <a:xfrm>
              <a:off x="188975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34"/>
            <p:cNvSpPr/>
            <p:nvPr/>
          </p:nvSpPr>
          <p:spPr>
            <a:xfrm>
              <a:off x="188975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34"/>
            <p:cNvSpPr/>
            <p:nvPr/>
          </p:nvSpPr>
          <p:spPr>
            <a:xfrm>
              <a:off x="20402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34"/>
            <p:cNvSpPr/>
            <p:nvPr/>
          </p:nvSpPr>
          <p:spPr>
            <a:xfrm>
              <a:off x="20402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34"/>
            <p:cNvSpPr/>
            <p:nvPr/>
          </p:nvSpPr>
          <p:spPr>
            <a:xfrm>
              <a:off x="20402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34"/>
            <p:cNvSpPr/>
            <p:nvPr/>
          </p:nvSpPr>
          <p:spPr>
            <a:xfrm>
              <a:off x="20402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34"/>
            <p:cNvSpPr/>
            <p:nvPr/>
          </p:nvSpPr>
          <p:spPr>
            <a:xfrm>
              <a:off x="20402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34"/>
            <p:cNvSpPr/>
            <p:nvPr/>
          </p:nvSpPr>
          <p:spPr>
            <a:xfrm>
              <a:off x="20402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34"/>
            <p:cNvSpPr/>
            <p:nvPr/>
          </p:nvSpPr>
          <p:spPr>
            <a:xfrm>
              <a:off x="20402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34"/>
            <p:cNvSpPr/>
            <p:nvPr/>
          </p:nvSpPr>
          <p:spPr>
            <a:xfrm>
              <a:off x="20402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34"/>
            <p:cNvSpPr/>
            <p:nvPr/>
          </p:nvSpPr>
          <p:spPr>
            <a:xfrm>
              <a:off x="20402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34"/>
            <p:cNvSpPr/>
            <p:nvPr/>
          </p:nvSpPr>
          <p:spPr>
            <a:xfrm>
              <a:off x="20402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34"/>
            <p:cNvSpPr/>
            <p:nvPr/>
          </p:nvSpPr>
          <p:spPr>
            <a:xfrm>
              <a:off x="20402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34"/>
            <p:cNvSpPr/>
            <p:nvPr/>
          </p:nvSpPr>
          <p:spPr>
            <a:xfrm>
              <a:off x="20402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34"/>
            <p:cNvSpPr/>
            <p:nvPr/>
          </p:nvSpPr>
          <p:spPr>
            <a:xfrm>
              <a:off x="20402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34"/>
            <p:cNvSpPr/>
            <p:nvPr/>
          </p:nvSpPr>
          <p:spPr>
            <a:xfrm>
              <a:off x="21907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34"/>
            <p:cNvSpPr/>
            <p:nvPr/>
          </p:nvSpPr>
          <p:spPr>
            <a:xfrm>
              <a:off x="21907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34"/>
            <p:cNvSpPr/>
            <p:nvPr/>
          </p:nvSpPr>
          <p:spPr>
            <a:xfrm>
              <a:off x="21907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34"/>
            <p:cNvSpPr/>
            <p:nvPr/>
          </p:nvSpPr>
          <p:spPr>
            <a:xfrm>
              <a:off x="21907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34"/>
            <p:cNvSpPr/>
            <p:nvPr/>
          </p:nvSpPr>
          <p:spPr>
            <a:xfrm>
              <a:off x="21907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34"/>
            <p:cNvSpPr/>
            <p:nvPr/>
          </p:nvSpPr>
          <p:spPr>
            <a:xfrm>
              <a:off x="2190775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34"/>
            <p:cNvSpPr/>
            <p:nvPr/>
          </p:nvSpPr>
          <p:spPr>
            <a:xfrm>
              <a:off x="21907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34"/>
            <p:cNvSpPr/>
            <p:nvPr/>
          </p:nvSpPr>
          <p:spPr>
            <a:xfrm>
              <a:off x="21907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34"/>
            <p:cNvSpPr/>
            <p:nvPr/>
          </p:nvSpPr>
          <p:spPr>
            <a:xfrm>
              <a:off x="2190775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34"/>
            <p:cNvSpPr/>
            <p:nvPr/>
          </p:nvSpPr>
          <p:spPr>
            <a:xfrm>
              <a:off x="23413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34"/>
            <p:cNvSpPr/>
            <p:nvPr/>
          </p:nvSpPr>
          <p:spPr>
            <a:xfrm>
              <a:off x="23413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34"/>
            <p:cNvSpPr/>
            <p:nvPr/>
          </p:nvSpPr>
          <p:spPr>
            <a:xfrm>
              <a:off x="23413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34"/>
            <p:cNvSpPr/>
            <p:nvPr/>
          </p:nvSpPr>
          <p:spPr>
            <a:xfrm>
              <a:off x="23413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34"/>
            <p:cNvSpPr/>
            <p:nvPr/>
          </p:nvSpPr>
          <p:spPr>
            <a:xfrm>
              <a:off x="23413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34"/>
            <p:cNvSpPr/>
            <p:nvPr/>
          </p:nvSpPr>
          <p:spPr>
            <a:xfrm>
              <a:off x="23413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34"/>
            <p:cNvSpPr/>
            <p:nvPr/>
          </p:nvSpPr>
          <p:spPr>
            <a:xfrm>
              <a:off x="23413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34"/>
            <p:cNvSpPr/>
            <p:nvPr/>
          </p:nvSpPr>
          <p:spPr>
            <a:xfrm>
              <a:off x="23413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34"/>
            <p:cNvSpPr/>
            <p:nvPr/>
          </p:nvSpPr>
          <p:spPr>
            <a:xfrm>
              <a:off x="24918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34"/>
            <p:cNvSpPr/>
            <p:nvPr/>
          </p:nvSpPr>
          <p:spPr>
            <a:xfrm>
              <a:off x="24918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34"/>
            <p:cNvSpPr/>
            <p:nvPr/>
          </p:nvSpPr>
          <p:spPr>
            <a:xfrm>
              <a:off x="24918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34"/>
            <p:cNvSpPr/>
            <p:nvPr/>
          </p:nvSpPr>
          <p:spPr>
            <a:xfrm>
              <a:off x="24918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34"/>
            <p:cNvSpPr/>
            <p:nvPr/>
          </p:nvSpPr>
          <p:spPr>
            <a:xfrm>
              <a:off x="24918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34"/>
            <p:cNvSpPr/>
            <p:nvPr/>
          </p:nvSpPr>
          <p:spPr>
            <a:xfrm>
              <a:off x="2642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34"/>
            <p:cNvSpPr/>
            <p:nvPr/>
          </p:nvSpPr>
          <p:spPr>
            <a:xfrm>
              <a:off x="2642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34"/>
            <p:cNvSpPr/>
            <p:nvPr/>
          </p:nvSpPr>
          <p:spPr>
            <a:xfrm>
              <a:off x="2642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34"/>
            <p:cNvSpPr/>
            <p:nvPr/>
          </p:nvSpPr>
          <p:spPr>
            <a:xfrm>
              <a:off x="2642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34"/>
            <p:cNvSpPr/>
            <p:nvPr/>
          </p:nvSpPr>
          <p:spPr>
            <a:xfrm>
              <a:off x="2642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34"/>
            <p:cNvSpPr/>
            <p:nvPr/>
          </p:nvSpPr>
          <p:spPr>
            <a:xfrm>
              <a:off x="2792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34"/>
            <p:cNvSpPr/>
            <p:nvPr/>
          </p:nvSpPr>
          <p:spPr>
            <a:xfrm>
              <a:off x="294332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34"/>
            <p:cNvSpPr/>
            <p:nvPr/>
          </p:nvSpPr>
          <p:spPr>
            <a:xfrm>
              <a:off x="294332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34"/>
            <p:cNvSpPr/>
            <p:nvPr/>
          </p:nvSpPr>
          <p:spPr>
            <a:xfrm>
              <a:off x="3093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34"/>
            <p:cNvSpPr/>
            <p:nvPr/>
          </p:nvSpPr>
          <p:spPr>
            <a:xfrm>
              <a:off x="3394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34"/>
            <p:cNvSpPr/>
            <p:nvPr/>
          </p:nvSpPr>
          <p:spPr>
            <a:xfrm>
              <a:off x="3545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solidFill>
          <a:schemeClr val="accent3"/>
        </a:solidFill>
      </p:bgPr>
    </p:bg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35"/>
          <p:cNvSpPr txBox="1"/>
          <p:nvPr>
            <p:ph idx="1" type="body"/>
          </p:nvPr>
        </p:nvSpPr>
        <p:spPr>
          <a:xfrm>
            <a:off x="1278575" y="739550"/>
            <a:ext cx="4281000" cy="3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Char char="▪"/>
              <a:defRPr i="1" sz="3000">
                <a:solidFill>
                  <a:schemeClr val="lt1"/>
                </a:solidFill>
              </a:defRPr>
            </a:lvl1pPr>
            <a:lvl2pPr indent="-419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▫"/>
              <a:defRPr i="1" sz="3000">
                <a:solidFill>
                  <a:schemeClr val="lt1"/>
                </a:solidFill>
              </a:defRPr>
            </a:lvl2pPr>
            <a:lvl3pPr indent="-419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▫"/>
              <a:defRPr i="1" sz="3000">
                <a:solidFill>
                  <a:schemeClr val="lt1"/>
                </a:solidFill>
              </a:defRPr>
            </a:lvl3pPr>
            <a:lvl4pPr indent="-419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▫"/>
              <a:defRPr i="1" sz="3000">
                <a:solidFill>
                  <a:schemeClr val="lt1"/>
                </a:solidFill>
              </a:defRPr>
            </a:lvl4pPr>
            <a:lvl5pPr indent="-419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▫"/>
              <a:defRPr i="1" sz="3000">
                <a:solidFill>
                  <a:schemeClr val="lt1"/>
                </a:solidFill>
              </a:defRPr>
            </a:lvl5pPr>
            <a:lvl6pPr indent="-419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▫"/>
              <a:defRPr i="1" sz="3000">
                <a:solidFill>
                  <a:schemeClr val="lt1"/>
                </a:solidFill>
              </a:defRPr>
            </a:lvl6pPr>
            <a:lvl7pPr indent="-419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  <a:defRPr i="1" sz="3000">
                <a:solidFill>
                  <a:schemeClr val="lt1"/>
                </a:solidFill>
              </a:defRPr>
            </a:lvl7pPr>
            <a:lvl8pPr indent="-419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  <a:defRPr i="1" sz="3000">
                <a:solidFill>
                  <a:schemeClr val="lt1"/>
                </a:solidFill>
              </a:defRPr>
            </a:lvl8pPr>
            <a:lvl9pPr indent="-419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■"/>
              <a:defRPr i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9" name="Google Shape;1879;p35"/>
          <p:cNvSpPr txBox="1"/>
          <p:nvPr/>
        </p:nvSpPr>
        <p:spPr>
          <a:xfrm>
            <a:off x="659925" y="414075"/>
            <a:ext cx="7524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0" i="0" lang="en" sz="12000" u="none" cap="none" strike="noStrike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“</a:t>
            </a:r>
            <a:endParaRPr b="0" i="0" sz="12000" u="none" cap="none" strike="noStrike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880" name="Google Shape;1880;p35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881" name="Google Shape;1881;p35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882" name="Google Shape;1882;p35"/>
            <p:cNvSpPr/>
            <p:nvPr/>
          </p:nvSpPr>
          <p:spPr>
            <a:xfrm>
              <a:off x="8362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8362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35"/>
            <p:cNvSpPr/>
            <p:nvPr/>
          </p:nvSpPr>
          <p:spPr>
            <a:xfrm>
              <a:off x="8362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35"/>
            <p:cNvSpPr/>
            <p:nvPr/>
          </p:nvSpPr>
          <p:spPr>
            <a:xfrm>
              <a:off x="8362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35"/>
            <p:cNvSpPr/>
            <p:nvPr/>
          </p:nvSpPr>
          <p:spPr>
            <a:xfrm>
              <a:off x="8362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35"/>
            <p:cNvSpPr/>
            <p:nvPr/>
          </p:nvSpPr>
          <p:spPr>
            <a:xfrm>
              <a:off x="8362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35"/>
            <p:cNvSpPr/>
            <p:nvPr/>
          </p:nvSpPr>
          <p:spPr>
            <a:xfrm>
              <a:off x="8362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35"/>
            <p:cNvSpPr/>
            <p:nvPr/>
          </p:nvSpPr>
          <p:spPr>
            <a:xfrm>
              <a:off x="8362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35"/>
            <p:cNvSpPr/>
            <p:nvPr/>
          </p:nvSpPr>
          <p:spPr>
            <a:xfrm>
              <a:off x="8362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35"/>
            <p:cNvSpPr/>
            <p:nvPr/>
          </p:nvSpPr>
          <p:spPr>
            <a:xfrm>
              <a:off x="8362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35"/>
            <p:cNvSpPr/>
            <p:nvPr/>
          </p:nvSpPr>
          <p:spPr>
            <a:xfrm>
              <a:off x="8362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35"/>
            <p:cNvSpPr/>
            <p:nvPr/>
          </p:nvSpPr>
          <p:spPr>
            <a:xfrm>
              <a:off x="8362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35"/>
            <p:cNvSpPr/>
            <p:nvPr/>
          </p:nvSpPr>
          <p:spPr>
            <a:xfrm>
              <a:off x="8362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35"/>
            <p:cNvSpPr/>
            <p:nvPr/>
          </p:nvSpPr>
          <p:spPr>
            <a:xfrm>
              <a:off x="8362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35"/>
            <p:cNvSpPr/>
            <p:nvPr/>
          </p:nvSpPr>
          <p:spPr>
            <a:xfrm>
              <a:off x="8362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35"/>
            <p:cNvSpPr/>
            <p:nvPr/>
          </p:nvSpPr>
          <p:spPr>
            <a:xfrm>
              <a:off x="8362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35"/>
            <p:cNvSpPr/>
            <p:nvPr/>
          </p:nvSpPr>
          <p:spPr>
            <a:xfrm>
              <a:off x="8362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35"/>
            <p:cNvSpPr/>
            <p:nvPr/>
          </p:nvSpPr>
          <p:spPr>
            <a:xfrm>
              <a:off x="8362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35"/>
            <p:cNvSpPr/>
            <p:nvPr/>
          </p:nvSpPr>
          <p:spPr>
            <a:xfrm>
              <a:off x="8362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35"/>
            <p:cNvSpPr/>
            <p:nvPr/>
          </p:nvSpPr>
          <p:spPr>
            <a:xfrm>
              <a:off x="8362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35"/>
            <p:cNvSpPr/>
            <p:nvPr/>
          </p:nvSpPr>
          <p:spPr>
            <a:xfrm>
              <a:off x="8362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35"/>
            <p:cNvSpPr/>
            <p:nvPr/>
          </p:nvSpPr>
          <p:spPr>
            <a:xfrm>
              <a:off x="8362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35"/>
            <p:cNvSpPr/>
            <p:nvPr/>
          </p:nvSpPr>
          <p:spPr>
            <a:xfrm>
              <a:off x="8362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35"/>
            <p:cNvSpPr/>
            <p:nvPr/>
          </p:nvSpPr>
          <p:spPr>
            <a:xfrm>
              <a:off x="8362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35"/>
            <p:cNvSpPr/>
            <p:nvPr/>
          </p:nvSpPr>
          <p:spPr>
            <a:xfrm>
              <a:off x="8362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35"/>
            <p:cNvSpPr/>
            <p:nvPr/>
          </p:nvSpPr>
          <p:spPr>
            <a:xfrm>
              <a:off x="8362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35"/>
            <p:cNvSpPr/>
            <p:nvPr/>
          </p:nvSpPr>
          <p:spPr>
            <a:xfrm>
              <a:off x="8362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35"/>
            <p:cNvSpPr/>
            <p:nvPr/>
          </p:nvSpPr>
          <p:spPr>
            <a:xfrm>
              <a:off x="8362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35"/>
            <p:cNvSpPr/>
            <p:nvPr/>
          </p:nvSpPr>
          <p:spPr>
            <a:xfrm>
              <a:off x="8362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35"/>
            <p:cNvSpPr/>
            <p:nvPr/>
          </p:nvSpPr>
          <p:spPr>
            <a:xfrm>
              <a:off x="8362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35"/>
            <p:cNvSpPr/>
            <p:nvPr/>
          </p:nvSpPr>
          <p:spPr>
            <a:xfrm>
              <a:off x="8362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35"/>
            <p:cNvSpPr/>
            <p:nvPr/>
          </p:nvSpPr>
          <p:spPr>
            <a:xfrm>
              <a:off x="8362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35"/>
            <p:cNvSpPr/>
            <p:nvPr/>
          </p:nvSpPr>
          <p:spPr>
            <a:xfrm>
              <a:off x="8362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35"/>
            <p:cNvSpPr/>
            <p:nvPr/>
          </p:nvSpPr>
          <p:spPr>
            <a:xfrm>
              <a:off x="8362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35"/>
            <p:cNvSpPr/>
            <p:nvPr/>
          </p:nvSpPr>
          <p:spPr>
            <a:xfrm>
              <a:off x="8362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35"/>
            <p:cNvSpPr/>
            <p:nvPr/>
          </p:nvSpPr>
          <p:spPr>
            <a:xfrm>
              <a:off x="9867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35"/>
            <p:cNvSpPr/>
            <p:nvPr/>
          </p:nvSpPr>
          <p:spPr>
            <a:xfrm>
              <a:off x="9867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35"/>
            <p:cNvSpPr/>
            <p:nvPr/>
          </p:nvSpPr>
          <p:spPr>
            <a:xfrm>
              <a:off x="9867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35"/>
            <p:cNvSpPr/>
            <p:nvPr/>
          </p:nvSpPr>
          <p:spPr>
            <a:xfrm>
              <a:off x="9867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35"/>
            <p:cNvSpPr/>
            <p:nvPr/>
          </p:nvSpPr>
          <p:spPr>
            <a:xfrm>
              <a:off x="9867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35"/>
            <p:cNvSpPr/>
            <p:nvPr/>
          </p:nvSpPr>
          <p:spPr>
            <a:xfrm>
              <a:off x="9867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35"/>
            <p:cNvSpPr/>
            <p:nvPr/>
          </p:nvSpPr>
          <p:spPr>
            <a:xfrm>
              <a:off x="9867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35"/>
            <p:cNvSpPr/>
            <p:nvPr/>
          </p:nvSpPr>
          <p:spPr>
            <a:xfrm>
              <a:off x="9867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35"/>
            <p:cNvSpPr/>
            <p:nvPr/>
          </p:nvSpPr>
          <p:spPr>
            <a:xfrm>
              <a:off x="9867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35"/>
            <p:cNvSpPr/>
            <p:nvPr/>
          </p:nvSpPr>
          <p:spPr>
            <a:xfrm>
              <a:off x="9867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35"/>
            <p:cNvSpPr/>
            <p:nvPr/>
          </p:nvSpPr>
          <p:spPr>
            <a:xfrm>
              <a:off x="9867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35"/>
            <p:cNvSpPr/>
            <p:nvPr/>
          </p:nvSpPr>
          <p:spPr>
            <a:xfrm>
              <a:off x="9867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35"/>
            <p:cNvSpPr/>
            <p:nvPr/>
          </p:nvSpPr>
          <p:spPr>
            <a:xfrm>
              <a:off x="9867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35"/>
            <p:cNvSpPr/>
            <p:nvPr/>
          </p:nvSpPr>
          <p:spPr>
            <a:xfrm>
              <a:off x="9867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35"/>
            <p:cNvSpPr/>
            <p:nvPr/>
          </p:nvSpPr>
          <p:spPr>
            <a:xfrm>
              <a:off x="9867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35"/>
            <p:cNvSpPr/>
            <p:nvPr/>
          </p:nvSpPr>
          <p:spPr>
            <a:xfrm>
              <a:off x="9867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35"/>
            <p:cNvSpPr/>
            <p:nvPr/>
          </p:nvSpPr>
          <p:spPr>
            <a:xfrm>
              <a:off x="9867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35"/>
            <p:cNvSpPr/>
            <p:nvPr/>
          </p:nvSpPr>
          <p:spPr>
            <a:xfrm>
              <a:off x="9867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35"/>
            <p:cNvSpPr/>
            <p:nvPr/>
          </p:nvSpPr>
          <p:spPr>
            <a:xfrm>
              <a:off x="9867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35"/>
            <p:cNvSpPr/>
            <p:nvPr/>
          </p:nvSpPr>
          <p:spPr>
            <a:xfrm>
              <a:off x="9867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35"/>
            <p:cNvSpPr/>
            <p:nvPr/>
          </p:nvSpPr>
          <p:spPr>
            <a:xfrm>
              <a:off x="9867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35"/>
            <p:cNvSpPr/>
            <p:nvPr/>
          </p:nvSpPr>
          <p:spPr>
            <a:xfrm>
              <a:off x="9867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35"/>
            <p:cNvSpPr/>
            <p:nvPr/>
          </p:nvSpPr>
          <p:spPr>
            <a:xfrm>
              <a:off x="9867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35"/>
            <p:cNvSpPr/>
            <p:nvPr/>
          </p:nvSpPr>
          <p:spPr>
            <a:xfrm>
              <a:off x="11372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35"/>
            <p:cNvSpPr/>
            <p:nvPr/>
          </p:nvSpPr>
          <p:spPr>
            <a:xfrm>
              <a:off x="11372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35"/>
            <p:cNvSpPr/>
            <p:nvPr/>
          </p:nvSpPr>
          <p:spPr>
            <a:xfrm>
              <a:off x="11372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35"/>
            <p:cNvSpPr/>
            <p:nvPr/>
          </p:nvSpPr>
          <p:spPr>
            <a:xfrm>
              <a:off x="11372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35"/>
            <p:cNvSpPr/>
            <p:nvPr/>
          </p:nvSpPr>
          <p:spPr>
            <a:xfrm>
              <a:off x="11372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35"/>
            <p:cNvSpPr/>
            <p:nvPr/>
          </p:nvSpPr>
          <p:spPr>
            <a:xfrm>
              <a:off x="11372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35"/>
            <p:cNvSpPr/>
            <p:nvPr/>
          </p:nvSpPr>
          <p:spPr>
            <a:xfrm>
              <a:off x="11372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35"/>
            <p:cNvSpPr/>
            <p:nvPr/>
          </p:nvSpPr>
          <p:spPr>
            <a:xfrm>
              <a:off x="11372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35"/>
            <p:cNvSpPr/>
            <p:nvPr/>
          </p:nvSpPr>
          <p:spPr>
            <a:xfrm>
              <a:off x="11372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35"/>
            <p:cNvSpPr/>
            <p:nvPr/>
          </p:nvSpPr>
          <p:spPr>
            <a:xfrm>
              <a:off x="11372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35"/>
            <p:cNvSpPr/>
            <p:nvPr/>
          </p:nvSpPr>
          <p:spPr>
            <a:xfrm>
              <a:off x="11372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35"/>
            <p:cNvSpPr/>
            <p:nvPr/>
          </p:nvSpPr>
          <p:spPr>
            <a:xfrm>
              <a:off x="11372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35"/>
            <p:cNvSpPr/>
            <p:nvPr/>
          </p:nvSpPr>
          <p:spPr>
            <a:xfrm>
              <a:off x="11372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35"/>
            <p:cNvSpPr/>
            <p:nvPr/>
          </p:nvSpPr>
          <p:spPr>
            <a:xfrm>
              <a:off x="11372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35"/>
            <p:cNvSpPr/>
            <p:nvPr/>
          </p:nvSpPr>
          <p:spPr>
            <a:xfrm>
              <a:off x="11372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35"/>
            <p:cNvSpPr/>
            <p:nvPr/>
          </p:nvSpPr>
          <p:spPr>
            <a:xfrm>
              <a:off x="11372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35"/>
            <p:cNvSpPr/>
            <p:nvPr/>
          </p:nvSpPr>
          <p:spPr>
            <a:xfrm>
              <a:off x="11372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35"/>
            <p:cNvSpPr/>
            <p:nvPr/>
          </p:nvSpPr>
          <p:spPr>
            <a:xfrm>
              <a:off x="11372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35"/>
            <p:cNvSpPr/>
            <p:nvPr/>
          </p:nvSpPr>
          <p:spPr>
            <a:xfrm>
              <a:off x="11372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35"/>
            <p:cNvSpPr/>
            <p:nvPr/>
          </p:nvSpPr>
          <p:spPr>
            <a:xfrm>
              <a:off x="11372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35"/>
            <p:cNvSpPr/>
            <p:nvPr/>
          </p:nvSpPr>
          <p:spPr>
            <a:xfrm>
              <a:off x="11372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35"/>
            <p:cNvSpPr/>
            <p:nvPr/>
          </p:nvSpPr>
          <p:spPr>
            <a:xfrm>
              <a:off x="11372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2" name="Google Shape;1962;p35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1963" name="Google Shape;1963;p35"/>
            <p:cNvSpPr/>
            <p:nvPr/>
          </p:nvSpPr>
          <p:spPr>
            <a:xfrm>
              <a:off x="9867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35"/>
            <p:cNvSpPr/>
            <p:nvPr/>
          </p:nvSpPr>
          <p:spPr>
            <a:xfrm>
              <a:off x="9867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35"/>
            <p:cNvSpPr/>
            <p:nvPr/>
          </p:nvSpPr>
          <p:spPr>
            <a:xfrm>
              <a:off x="9867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35"/>
            <p:cNvSpPr/>
            <p:nvPr/>
          </p:nvSpPr>
          <p:spPr>
            <a:xfrm>
              <a:off x="9867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35"/>
            <p:cNvSpPr/>
            <p:nvPr/>
          </p:nvSpPr>
          <p:spPr>
            <a:xfrm>
              <a:off x="9867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35"/>
            <p:cNvSpPr/>
            <p:nvPr/>
          </p:nvSpPr>
          <p:spPr>
            <a:xfrm>
              <a:off x="9867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35"/>
            <p:cNvSpPr/>
            <p:nvPr/>
          </p:nvSpPr>
          <p:spPr>
            <a:xfrm>
              <a:off x="9867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35"/>
            <p:cNvSpPr/>
            <p:nvPr/>
          </p:nvSpPr>
          <p:spPr>
            <a:xfrm>
              <a:off x="9867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35"/>
            <p:cNvSpPr/>
            <p:nvPr/>
          </p:nvSpPr>
          <p:spPr>
            <a:xfrm>
              <a:off x="9867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35"/>
            <p:cNvSpPr/>
            <p:nvPr/>
          </p:nvSpPr>
          <p:spPr>
            <a:xfrm>
              <a:off x="9867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35"/>
            <p:cNvSpPr/>
            <p:nvPr/>
          </p:nvSpPr>
          <p:spPr>
            <a:xfrm>
              <a:off x="9867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35"/>
            <p:cNvSpPr/>
            <p:nvPr/>
          </p:nvSpPr>
          <p:spPr>
            <a:xfrm>
              <a:off x="9867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35"/>
            <p:cNvSpPr/>
            <p:nvPr/>
          </p:nvSpPr>
          <p:spPr>
            <a:xfrm>
              <a:off x="11372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35"/>
            <p:cNvSpPr/>
            <p:nvPr/>
          </p:nvSpPr>
          <p:spPr>
            <a:xfrm>
              <a:off x="11372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35"/>
            <p:cNvSpPr/>
            <p:nvPr/>
          </p:nvSpPr>
          <p:spPr>
            <a:xfrm>
              <a:off x="11372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35"/>
            <p:cNvSpPr/>
            <p:nvPr/>
          </p:nvSpPr>
          <p:spPr>
            <a:xfrm>
              <a:off x="11372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35"/>
            <p:cNvSpPr/>
            <p:nvPr/>
          </p:nvSpPr>
          <p:spPr>
            <a:xfrm>
              <a:off x="11372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35"/>
            <p:cNvSpPr/>
            <p:nvPr/>
          </p:nvSpPr>
          <p:spPr>
            <a:xfrm>
              <a:off x="11372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35"/>
            <p:cNvSpPr/>
            <p:nvPr/>
          </p:nvSpPr>
          <p:spPr>
            <a:xfrm>
              <a:off x="11372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35"/>
            <p:cNvSpPr/>
            <p:nvPr/>
          </p:nvSpPr>
          <p:spPr>
            <a:xfrm>
              <a:off x="11372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35"/>
            <p:cNvSpPr/>
            <p:nvPr/>
          </p:nvSpPr>
          <p:spPr>
            <a:xfrm>
              <a:off x="11372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35"/>
            <p:cNvSpPr/>
            <p:nvPr/>
          </p:nvSpPr>
          <p:spPr>
            <a:xfrm>
              <a:off x="11372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35"/>
            <p:cNvSpPr/>
            <p:nvPr/>
          </p:nvSpPr>
          <p:spPr>
            <a:xfrm>
              <a:off x="11372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35"/>
            <p:cNvSpPr/>
            <p:nvPr/>
          </p:nvSpPr>
          <p:spPr>
            <a:xfrm>
              <a:off x="11372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35"/>
            <p:cNvSpPr/>
            <p:nvPr/>
          </p:nvSpPr>
          <p:spPr>
            <a:xfrm>
              <a:off x="11372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35"/>
            <p:cNvSpPr/>
            <p:nvPr/>
          </p:nvSpPr>
          <p:spPr>
            <a:xfrm>
              <a:off x="12877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35"/>
            <p:cNvSpPr/>
            <p:nvPr/>
          </p:nvSpPr>
          <p:spPr>
            <a:xfrm>
              <a:off x="12877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35"/>
            <p:cNvSpPr/>
            <p:nvPr/>
          </p:nvSpPr>
          <p:spPr>
            <a:xfrm>
              <a:off x="12877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35"/>
            <p:cNvSpPr/>
            <p:nvPr/>
          </p:nvSpPr>
          <p:spPr>
            <a:xfrm>
              <a:off x="12877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35"/>
            <p:cNvSpPr/>
            <p:nvPr/>
          </p:nvSpPr>
          <p:spPr>
            <a:xfrm>
              <a:off x="12877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35"/>
            <p:cNvSpPr/>
            <p:nvPr/>
          </p:nvSpPr>
          <p:spPr>
            <a:xfrm>
              <a:off x="12877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35"/>
            <p:cNvSpPr/>
            <p:nvPr/>
          </p:nvSpPr>
          <p:spPr>
            <a:xfrm>
              <a:off x="12877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35"/>
            <p:cNvSpPr/>
            <p:nvPr/>
          </p:nvSpPr>
          <p:spPr>
            <a:xfrm>
              <a:off x="12877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35"/>
            <p:cNvSpPr/>
            <p:nvPr/>
          </p:nvSpPr>
          <p:spPr>
            <a:xfrm>
              <a:off x="12877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35"/>
            <p:cNvSpPr/>
            <p:nvPr/>
          </p:nvSpPr>
          <p:spPr>
            <a:xfrm>
              <a:off x="12877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35"/>
            <p:cNvSpPr/>
            <p:nvPr/>
          </p:nvSpPr>
          <p:spPr>
            <a:xfrm>
              <a:off x="12877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35"/>
            <p:cNvSpPr/>
            <p:nvPr/>
          </p:nvSpPr>
          <p:spPr>
            <a:xfrm>
              <a:off x="12877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35"/>
            <p:cNvSpPr/>
            <p:nvPr/>
          </p:nvSpPr>
          <p:spPr>
            <a:xfrm>
              <a:off x="12877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35"/>
            <p:cNvSpPr/>
            <p:nvPr/>
          </p:nvSpPr>
          <p:spPr>
            <a:xfrm>
              <a:off x="12877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35"/>
            <p:cNvSpPr/>
            <p:nvPr/>
          </p:nvSpPr>
          <p:spPr>
            <a:xfrm>
              <a:off x="12877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35"/>
            <p:cNvSpPr/>
            <p:nvPr/>
          </p:nvSpPr>
          <p:spPr>
            <a:xfrm>
              <a:off x="12877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35"/>
            <p:cNvSpPr/>
            <p:nvPr/>
          </p:nvSpPr>
          <p:spPr>
            <a:xfrm>
              <a:off x="12877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35"/>
            <p:cNvSpPr/>
            <p:nvPr/>
          </p:nvSpPr>
          <p:spPr>
            <a:xfrm>
              <a:off x="12877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35"/>
            <p:cNvSpPr/>
            <p:nvPr/>
          </p:nvSpPr>
          <p:spPr>
            <a:xfrm>
              <a:off x="12877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35"/>
            <p:cNvSpPr/>
            <p:nvPr/>
          </p:nvSpPr>
          <p:spPr>
            <a:xfrm>
              <a:off x="12877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35"/>
            <p:cNvSpPr/>
            <p:nvPr/>
          </p:nvSpPr>
          <p:spPr>
            <a:xfrm>
              <a:off x="14382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35"/>
            <p:cNvSpPr/>
            <p:nvPr/>
          </p:nvSpPr>
          <p:spPr>
            <a:xfrm>
              <a:off x="14382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35"/>
            <p:cNvSpPr/>
            <p:nvPr/>
          </p:nvSpPr>
          <p:spPr>
            <a:xfrm>
              <a:off x="14382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35"/>
            <p:cNvSpPr/>
            <p:nvPr/>
          </p:nvSpPr>
          <p:spPr>
            <a:xfrm>
              <a:off x="14382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35"/>
            <p:cNvSpPr/>
            <p:nvPr/>
          </p:nvSpPr>
          <p:spPr>
            <a:xfrm>
              <a:off x="14382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35"/>
            <p:cNvSpPr/>
            <p:nvPr/>
          </p:nvSpPr>
          <p:spPr>
            <a:xfrm>
              <a:off x="14382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35"/>
            <p:cNvSpPr/>
            <p:nvPr/>
          </p:nvSpPr>
          <p:spPr>
            <a:xfrm>
              <a:off x="14382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35"/>
            <p:cNvSpPr/>
            <p:nvPr/>
          </p:nvSpPr>
          <p:spPr>
            <a:xfrm>
              <a:off x="14382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35"/>
            <p:cNvSpPr/>
            <p:nvPr/>
          </p:nvSpPr>
          <p:spPr>
            <a:xfrm>
              <a:off x="14382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35"/>
            <p:cNvSpPr/>
            <p:nvPr/>
          </p:nvSpPr>
          <p:spPr>
            <a:xfrm>
              <a:off x="14382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35"/>
            <p:cNvSpPr/>
            <p:nvPr/>
          </p:nvSpPr>
          <p:spPr>
            <a:xfrm>
              <a:off x="14382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14382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35"/>
            <p:cNvSpPr/>
            <p:nvPr/>
          </p:nvSpPr>
          <p:spPr>
            <a:xfrm>
              <a:off x="14382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35"/>
            <p:cNvSpPr/>
            <p:nvPr/>
          </p:nvSpPr>
          <p:spPr>
            <a:xfrm>
              <a:off x="14382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35"/>
            <p:cNvSpPr/>
            <p:nvPr/>
          </p:nvSpPr>
          <p:spPr>
            <a:xfrm>
              <a:off x="14382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35"/>
            <p:cNvSpPr/>
            <p:nvPr/>
          </p:nvSpPr>
          <p:spPr>
            <a:xfrm>
              <a:off x="14382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14382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14382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14382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14382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14382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14382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14382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14382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14382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14382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14382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14382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14382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14382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14382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15887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15887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15887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15887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35"/>
            <p:cNvSpPr/>
            <p:nvPr/>
          </p:nvSpPr>
          <p:spPr>
            <a:xfrm>
              <a:off x="15887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35"/>
            <p:cNvSpPr/>
            <p:nvPr/>
          </p:nvSpPr>
          <p:spPr>
            <a:xfrm>
              <a:off x="15887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15887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15887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15887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15887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15887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15887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15887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15887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15887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15887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15887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15887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15887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17392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17392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17392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17392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17392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17392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35"/>
            <p:cNvSpPr/>
            <p:nvPr/>
          </p:nvSpPr>
          <p:spPr>
            <a:xfrm>
              <a:off x="17392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35"/>
            <p:cNvSpPr/>
            <p:nvPr/>
          </p:nvSpPr>
          <p:spPr>
            <a:xfrm>
              <a:off x="17392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35"/>
            <p:cNvSpPr/>
            <p:nvPr/>
          </p:nvSpPr>
          <p:spPr>
            <a:xfrm>
              <a:off x="17392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35"/>
            <p:cNvSpPr/>
            <p:nvPr/>
          </p:nvSpPr>
          <p:spPr>
            <a:xfrm>
              <a:off x="17392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35"/>
            <p:cNvSpPr/>
            <p:nvPr/>
          </p:nvSpPr>
          <p:spPr>
            <a:xfrm>
              <a:off x="17392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35"/>
            <p:cNvSpPr/>
            <p:nvPr/>
          </p:nvSpPr>
          <p:spPr>
            <a:xfrm>
              <a:off x="188975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35"/>
            <p:cNvSpPr/>
            <p:nvPr/>
          </p:nvSpPr>
          <p:spPr>
            <a:xfrm>
              <a:off x="188975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35"/>
            <p:cNvSpPr/>
            <p:nvPr/>
          </p:nvSpPr>
          <p:spPr>
            <a:xfrm>
              <a:off x="188975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35"/>
            <p:cNvSpPr/>
            <p:nvPr/>
          </p:nvSpPr>
          <p:spPr>
            <a:xfrm>
              <a:off x="188975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35"/>
            <p:cNvSpPr/>
            <p:nvPr/>
          </p:nvSpPr>
          <p:spPr>
            <a:xfrm>
              <a:off x="188975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35"/>
            <p:cNvSpPr/>
            <p:nvPr/>
          </p:nvSpPr>
          <p:spPr>
            <a:xfrm>
              <a:off x="20402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35"/>
            <p:cNvSpPr/>
            <p:nvPr/>
          </p:nvSpPr>
          <p:spPr>
            <a:xfrm>
              <a:off x="20402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35"/>
            <p:cNvSpPr/>
            <p:nvPr/>
          </p:nvSpPr>
          <p:spPr>
            <a:xfrm>
              <a:off x="20402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35"/>
            <p:cNvSpPr/>
            <p:nvPr/>
          </p:nvSpPr>
          <p:spPr>
            <a:xfrm>
              <a:off x="21907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35"/>
            <p:cNvSpPr/>
            <p:nvPr/>
          </p:nvSpPr>
          <p:spPr>
            <a:xfrm>
              <a:off x="23413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35"/>
            <p:cNvSpPr/>
            <p:nvPr/>
          </p:nvSpPr>
          <p:spPr>
            <a:xfrm>
              <a:off x="2642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35"/>
            <p:cNvSpPr/>
            <p:nvPr/>
          </p:nvSpPr>
          <p:spPr>
            <a:xfrm>
              <a:off x="2642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35"/>
            <p:cNvSpPr/>
            <p:nvPr/>
          </p:nvSpPr>
          <p:spPr>
            <a:xfrm>
              <a:off x="324435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2" name="Google Shape;2082;p35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083" name="Google Shape;2083;p35"/>
            <p:cNvSpPr/>
            <p:nvPr/>
          </p:nvSpPr>
          <p:spPr>
            <a:xfrm>
              <a:off x="15887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35"/>
            <p:cNvSpPr/>
            <p:nvPr/>
          </p:nvSpPr>
          <p:spPr>
            <a:xfrm>
              <a:off x="15887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35"/>
            <p:cNvSpPr/>
            <p:nvPr/>
          </p:nvSpPr>
          <p:spPr>
            <a:xfrm>
              <a:off x="15887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35"/>
            <p:cNvSpPr/>
            <p:nvPr/>
          </p:nvSpPr>
          <p:spPr>
            <a:xfrm>
              <a:off x="15887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35"/>
            <p:cNvSpPr/>
            <p:nvPr/>
          </p:nvSpPr>
          <p:spPr>
            <a:xfrm>
              <a:off x="15887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35"/>
            <p:cNvSpPr/>
            <p:nvPr/>
          </p:nvSpPr>
          <p:spPr>
            <a:xfrm>
              <a:off x="15887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35"/>
            <p:cNvSpPr/>
            <p:nvPr/>
          </p:nvSpPr>
          <p:spPr>
            <a:xfrm>
              <a:off x="17392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35"/>
            <p:cNvSpPr/>
            <p:nvPr/>
          </p:nvSpPr>
          <p:spPr>
            <a:xfrm>
              <a:off x="17392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35"/>
            <p:cNvSpPr/>
            <p:nvPr/>
          </p:nvSpPr>
          <p:spPr>
            <a:xfrm>
              <a:off x="17392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35"/>
            <p:cNvSpPr/>
            <p:nvPr/>
          </p:nvSpPr>
          <p:spPr>
            <a:xfrm>
              <a:off x="17392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35"/>
            <p:cNvSpPr/>
            <p:nvPr/>
          </p:nvSpPr>
          <p:spPr>
            <a:xfrm>
              <a:off x="17392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35"/>
            <p:cNvSpPr/>
            <p:nvPr/>
          </p:nvSpPr>
          <p:spPr>
            <a:xfrm>
              <a:off x="17392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35"/>
            <p:cNvSpPr/>
            <p:nvPr/>
          </p:nvSpPr>
          <p:spPr>
            <a:xfrm>
              <a:off x="17392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35"/>
            <p:cNvSpPr/>
            <p:nvPr/>
          </p:nvSpPr>
          <p:spPr>
            <a:xfrm>
              <a:off x="188975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p35"/>
            <p:cNvSpPr/>
            <p:nvPr/>
          </p:nvSpPr>
          <p:spPr>
            <a:xfrm>
              <a:off x="188975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p35"/>
            <p:cNvSpPr/>
            <p:nvPr/>
          </p:nvSpPr>
          <p:spPr>
            <a:xfrm>
              <a:off x="188975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p35"/>
            <p:cNvSpPr/>
            <p:nvPr/>
          </p:nvSpPr>
          <p:spPr>
            <a:xfrm>
              <a:off x="188975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p35"/>
            <p:cNvSpPr/>
            <p:nvPr/>
          </p:nvSpPr>
          <p:spPr>
            <a:xfrm>
              <a:off x="188975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35"/>
            <p:cNvSpPr/>
            <p:nvPr/>
          </p:nvSpPr>
          <p:spPr>
            <a:xfrm>
              <a:off x="188975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p35"/>
            <p:cNvSpPr/>
            <p:nvPr/>
          </p:nvSpPr>
          <p:spPr>
            <a:xfrm>
              <a:off x="188975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35"/>
            <p:cNvSpPr/>
            <p:nvPr/>
          </p:nvSpPr>
          <p:spPr>
            <a:xfrm>
              <a:off x="188975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35"/>
            <p:cNvSpPr/>
            <p:nvPr/>
          </p:nvSpPr>
          <p:spPr>
            <a:xfrm>
              <a:off x="188975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p35"/>
            <p:cNvSpPr/>
            <p:nvPr/>
          </p:nvSpPr>
          <p:spPr>
            <a:xfrm>
              <a:off x="188975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35"/>
            <p:cNvSpPr/>
            <p:nvPr/>
          </p:nvSpPr>
          <p:spPr>
            <a:xfrm>
              <a:off x="188975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35"/>
            <p:cNvSpPr/>
            <p:nvPr/>
          </p:nvSpPr>
          <p:spPr>
            <a:xfrm>
              <a:off x="188975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35"/>
            <p:cNvSpPr/>
            <p:nvPr/>
          </p:nvSpPr>
          <p:spPr>
            <a:xfrm>
              <a:off x="188975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35"/>
            <p:cNvSpPr/>
            <p:nvPr/>
          </p:nvSpPr>
          <p:spPr>
            <a:xfrm>
              <a:off x="188975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35"/>
            <p:cNvSpPr/>
            <p:nvPr/>
          </p:nvSpPr>
          <p:spPr>
            <a:xfrm>
              <a:off x="188975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35"/>
            <p:cNvSpPr/>
            <p:nvPr/>
          </p:nvSpPr>
          <p:spPr>
            <a:xfrm>
              <a:off x="188975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35"/>
            <p:cNvSpPr/>
            <p:nvPr/>
          </p:nvSpPr>
          <p:spPr>
            <a:xfrm>
              <a:off x="188975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35"/>
            <p:cNvSpPr/>
            <p:nvPr/>
          </p:nvSpPr>
          <p:spPr>
            <a:xfrm>
              <a:off x="188975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35"/>
            <p:cNvSpPr/>
            <p:nvPr/>
          </p:nvSpPr>
          <p:spPr>
            <a:xfrm>
              <a:off x="188975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35"/>
            <p:cNvSpPr/>
            <p:nvPr/>
          </p:nvSpPr>
          <p:spPr>
            <a:xfrm>
              <a:off x="20402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35"/>
            <p:cNvSpPr/>
            <p:nvPr/>
          </p:nvSpPr>
          <p:spPr>
            <a:xfrm>
              <a:off x="20402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35"/>
            <p:cNvSpPr/>
            <p:nvPr/>
          </p:nvSpPr>
          <p:spPr>
            <a:xfrm>
              <a:off x="20402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35"/>
            <p:cNvSpPr/>
            <p:nvPr/>
          </p:nvSpPr>
          <p:spPr>
            <a:xfrm>
              <a:off x="20402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35"/>
            <p:cNvSpPr/>
            <p:nvPr/>
          </p:nvSpPr>
          <p:spPr>
            <a:xfrm>
              <a:off x="20402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35"/>
            <p:cNvSpPr/>
            <p:nvPr/>
          </p:nvSpPr>
          <p:spPr>
            <a:xfrm>
              <a:off x="20402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35"/>
            <p:cNvSpPr/>
            <p:nvPr/>
          </p:nvSpPr>
          <p:spPr>
            <a:xfrm>
              <a:off x="20402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35"/>
            <p:cNvSpPr/>
            <p:nvPr/>
          </p:nvSpPr>
          <p:spPr>
            <a:xfrm>
              <a:off x="20402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35"/>
            <p:cNvSpPr/>
            <p:nvPr/>
          </p:nvSpPr>
          <p:spPr>
            <a:xfrm>
              <a:off x="20402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35"/>
            <p:cNvSpPr/>
            <p:nvPr/>
          </p:nvSpPr>
          <p:spPr>
            <a:xfrm>
              <a:off x="20402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35"/>
            <p:cNvSpPr/>
            <p:nvPr/>
          </p:nvSpPr>
          <p:spPr>
            <a:xfrm>
              <a:off x="20402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35"/>
            <p:cNvSpPr/>
            <p:nvPr/>
          </p:nvSpPr>
          <p:spPr>
            <a:xfrm>
              <a:off x="20402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35"/>
            <p:cNvSpPr/>
            <p:nvPr/>
          </p:nvSpPr>
          <p:spPr>
            <a:xfrm>
              <a:off x="20402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35"/>
            <p:cNvSpPr/>
            <p:nvPr/>
          </p:nvSpPr>
          <p:spPr>
            <a:xfrm>
              <a:off x="20402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35"/>
            <p:cNvSpPr/>
            <p:nvPr/>
          </p:nvSpPr>
          <p:spPr>
            <a:xfrm>
              <a:off x="20402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35"/>
            <p:cNvSpPr/>
            <p:nvPr/>
          </p:nvSpPr>
          <p:spPr>
            <a:xfrm>
              <a:off x="20402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35"/>
            <p:cNvSpPr/>
            <p:nvPr/>
          </p:nvSpPr>
          <p:spPr>
            <a:xfrm>
              <a:off x="20402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35"/>
            <p:cNvSpPr/>
            <p:nvPr/>
          </p:nvSpPr>
          <p:spPr>
            <a:xfrm>
              <a:off x="20402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35"/>
            <p:cNvSpPr/>
            <p:nvPr/>
          </p:nvSpPr>
          <p:spPr>
            <a:xfrm>
              <a:off x="20402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35"/>
            <p:cNvSpPr/>
            <p:nvPr/>
          </p:nvSpPr>
          <p:spPr>
            <a:xfrm>
              <a:off x="2190775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35"/>
            <p:cNvSpPr/>
            <p:nvPr/>
          </p:nvSpPr>
          <p:spPr>
            <a:xfrm>
              <a:off x="2190775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35"/>
            <p:cNvSpPr/>
            <p:nvPr/>
          </p:nvSpPr>
          <p:spPr>
            <a:xfrm>
              <a:off x="2190775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35"/>
            <p:cNvSpPr/>
            <p:nvPr/>
          </p:nvSpPr>
          <p:spPr>
            <a:xfrm>
              <a:off x="2190775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35"/>
            <p:cNvSpPr/>
            <p:nvPr/>
          </p:nvSpPr>
          <p:spPr>
            <a:xfrm>
              <a:off x="21907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35"/>
            <p:cNvSpPr/>
            <p:nvPr/>
          </p:nvSpPr>
          <p:spPr>
            <a:xfrm>
              <a:off x="21907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35"/>
            <p:cNvSpPr/>
            <p:nvPr/>
          </p:nvSpPr>
          <p:spPr>
            <a:xfrm>
              <a:off x="2190775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35"/>
            <p:cNvSpPr/>
            <p:nvPr/>
          </p:nvSpPr>
          <p:spPr>
            <a:xfrm>
              <a:off x="2190775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35"/>
            <p:cNvSpPr/>
            <p:nvPr/>
          </p:nvSpPr>
          <p:spPr>
            <a:xfrm>
              <a:off x="21907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35"/>
            <p:cNvSpPr/>
            <p:nvPr/>
          </p:nvSpPr>
          <p:spPr>
            <a:xfrm>
              <a:off x="2190775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35"/>
            <p:cNvSpPr/>
            <p:nvPr/>
          </p:nvSpPr>
          <p:spPr>
            <a:xfrm>
              <a:off x="21907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35"/>
            <p:cNvSpPr/>
            <p:nvPr/>
          </p:nvSpPr>
          <p:spPr>
            <a:xfrm>
              <a:off x="2190775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35"/>
            <p:cNvSpPr/>
            <p:nvPr/>
          </p:nvSpPr>
          <p:spPr>
            <a:xfrm>
              <a:off x="21907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35"/>
            <p:cNvSpPr/>
            <p:nvPr/>
          </p:nvSpPr>
          <p:spPr>
            <a:xfrm>
              <a:off x="21907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35"/>
            <p:cNvSpPr/>
            <p:nvPr/>
          </p:nvSpPr>
          <p:spPr>
            <a:xfrm>
              <a:off x="21907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35"/>
            <p:cNvSpPr/>
            <p:nvPr/>
          </p:nvSpPr>
          <p:spPr>
            <a:xfrm>
              <a:off x="2190775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35"/>
            <p:cNvSpPr/>
            <p:nvPr/>
          </p:nvSpPr>
          <p:spPr>
            <a:xfrm>
              <a:off x="21907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35"/>
            <p:cNvSpPr/>
            <p:nvPr/>
          </p:nvSpPr>
          <p:spPr>
            <a:xfrm>
              <a:off x="21907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35"/>
            <p:cNvSpPr/>
            <p:nvPr/>
          </p:nvSpPr>
          <p:spPr>
            <a:xfrm>
              <a:off x="2190775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35"/>
            <p:cNvSpPr/>
            <p:nvPr/>
          </p:nvSpPr>
          <p:spPr>
            <a:xfrm>
              <a:off x="21907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35"/>
            <p:cNvSpPr/>
            <p:nvPr/>
          </p:nvSpPr>
          <p:spPr>
            <a:xfrm>
              <a:off x="2190775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35"/>
            <p:cNvSpPr/>
            <p:nvPr/>
          </p:nvSpPr>
          <p:spPr>
            <a:xfrm>
              <a:off x="2190775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35"/>
            <p:cNvSpPr/>
            <p:nvPr/>
          </p:nvSpPr>
          <p:spPr>
            <a:xfrm>
              <a:off x="21907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35"/>
            <p:cNvSpPr/>
            <p:nvPr/>
          </p:nvSpPr>
          <p:spPr>
            <a:xfrm>
              <a:off x="21907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35"/>
            <p:cNvSpPr/>
            <p:nvPr/>
          </p:nvSpPr>
          <p:spPr>
            <a:xfrm>
              <a:off x="2190775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35"/>
            <p:cNvSpPr/>
            <p:nvPr/>
          </p:nvSpPr>
          <p:spPr>
            <a:xfrm>
              <a:off x="234130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35"/>
            <p:cNvSpPr/>
            <p:nvPr/>
          </p:nvSpPr>
          <p:spPr>
            <a:xfrm>
              <a:off x="23413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35"/>
            <p:cNvSpPr/>
            <p:nvPr/>
          </p:nvSpPr>
          <p:spPr>
            <a:xfrm>
              <a:off x="23413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35"/>
            <p:cNvSpPr/>
            <p:nvPr/>
          </p:nvSpPr>
          <p:spPr>
            <a:xfrm>
              <a:off x="23413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35"/>
            <p:cNvSpPr/>
            <p:nvPr/>
          </p:nvSpPr>
          <p:spPr>
            <a:xfrm>
              <a:off x="23413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35"/>
            <p:cNvSpPr/>
            <p:nvPr/>
          </p:nvSpPr>
          <p:spPr>
            <a:xfrm>
              <a:off x="23413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35"/>
            <p:cNvSpPr/>
            <p:nvPr/>
          </p:nvSpPr>
          <p:spPr>
            <a:xfrm>
              <a:off x="23413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35"/>
            <p:cNvSpPr/>
            <p:nvPr/>
          </p:nvSpPr>
          <p:spPr>
            <a:xfrm>
              <a:off x="23413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35"/>
            <p:cNvSpPr/>
            <p:nvPr/>
          </p:nvSpPr>
          <p:spPr>
            <a:xfrm>
              <a:off x="23413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35"/>
            <p:cNvSpPr/>
            <p:nvPr/>
          </p:nvSpPr>
          <p:spPr>
            <a:xfrm>
              <a:off x="23413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35"/>
            <p:cNvSpPr/>
            <p:nvPr/>
          </p:nvSpPr>
          <p:spPr>
            <a:xfrm>
              <a:off x="23413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35"/>
            <p:cNvSpPr/>
            <p:nvPr/>
          </p:nvSpPr>
          <p:spPr>
            <a:xfrm>
              <a:off x="23413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35"/>
            <p:cNvSpPr/>
            <p:nvPr/>
          </p:nvSpPr>
          <p:spPr>
            <a:xfrm>
              <a:off x="23413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35"/>
            <p:cNvSpPr/>
            <p:nvPr/>
          </p:nvSpPr>
          <p:spPr>
            <a:xfrm>
              <a:off x="23413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35"/>
            <p:cNvSpPr/>
            <p:nvPr/>
          </p:nvSpPr>
          <p:spPr>
            <a:xfrm>
              <a:off x="23413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35"/>
            <p:cNvSpPr/>
            <p:nvPr/>
          </p:nvSpPr>
          <p:spPr>
            <a:xfrm>
              <a:off x="234130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35"/>
            <p:cNvSpPr/>
            <p:nvPr/>
          </p:nvSpPr>
          <p:spPr>
            <a:xfrm>
              <a:off x="23413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35"/>
            <p:cNvSpPr/>
            <p:nvPr/>
          </p:nvSpPr>
          <p:spPr>
            <a:xfrm>
              <a:off x="23413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35"/>
            <p:cNvSpPr/>
            <p:nvPr/>
          </p:nvSpPr>
          <p:spPr>
            <a:xfrm>
              <a:off x="23413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35"/>
            <p:cNvSpPr/>
            <p:nvPr/>
          </p:nvSpPr>
          <p:spPr>
            <a:xfrm>
              <a:off x="23413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35"/>
            <p:cNvSpPr/>
            <p:nvPr/>
          </p:nvSpPr>
          <p:spPr>
            <a:xfrm>
              <a:off x="23413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35"/>
            <p:cNvSpPr/>
            <p:nvPr/>
          </p:nvSpPr>
          <p:spPr>
            <a:xfrm>
              <a:off x="23413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35"/>
            <p:cNvSpPr/>
            <p:nvPr/>
          </p:nvSpPr>
          <p:spPr>
            <a:xfrm>
              <a:off x="23413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35"/>
            <p:cNvSpPr/>
            <p:nvPr/>
          </p:nvSpPr>
          <p:spPr>
            <a:xfrm>
              <a:off x="23413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35"/>
            <p:cNvSpPr/>
            <p:nvPr/>
          </p:nvSpPr>
          <p:spPr>
            <a:xfrm>
              <a:off x="23413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35"/>
            <p:cNvSpPr/>
            <p:nvPr/>
          </p:nvSpPr>
          <p:spPr>
            <a:xfrm>
              <a:off x="23413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35"/>
            <p:cNvSpPr/>
            <p:nvPr/>
          </p:nvSpPr>
          <p:spPr>
            <a:xfrm>
              <a:off x="24918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35"/>
            <p:cNvSpPr/>
            <p:nvPr/>
          </p:nvSpPr>
          <p:spPr>
            <a:xfrm>
              <a:off x="24918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35"/>
            <p:cNvSpPr/>
            <p:nvPr/>
          </p:nvSpPr>
          <p:spPr>
            <a:xfrm>
              <a:off x="24918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35"/>
            <p:cNvSpPr/>
            <p:nvPr/>
          </p:nvSpPr>
          <p:spPr>
            <a:xfrm>
              <a:off x="24918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35"/>
            <p:cNvSpPr/>
            <p:nvPr/>
          </p:nvSpPr>
          <p:spPr>
            <a:xfrm>
              <a:off x="24918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35"/>
            <p:cNvSpPr/>
            <p:nvPr/>
          </p:nvSpPr>
          <p:spPr>
            <a:xfrm>
              <a:off x="249180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35"/>
            <p:cNvSpPr/>
            <p:nvPr/>
          </p:nvSpPr>
          <p:spPr>
            <a:xfrm>
              <a:off x="249180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35"/>
            <p:cNvSpPr/>
            <p:nvPr/>
          </p:nvSpPr>
          <p:spPr>
            <a:xfrm>
              <a:off x="24918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35"/>
            <p:cNvSpPr/>
            <p:nvPr/>
          </p:nvSpPr>
          <p:spPr>
            <a:xfrm>
              <a:off x="24918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35"/>
            <p:cNvSpPr/>
            <p:nvPr/>
          </p:nvSpPr>
          <p:spPr>
            <a:xfrm>
              <a:off x="249180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35"/>
            <p:cNvSpPr/>
            <p:nvPr/>
          </p:nvSpPr>
          <p:spPr>
            <a:xfrm>
              <a:off x="249180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35"/>
            <p:cNvSpPr/>
            <p:nvPr/>
          </p:nvSpPr>
          <p:spPr>
            <a:xfrm>
              <a:off x="24918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35"/>
            <p:cNvSpPr/>
            <p:nvPr/>
          </p:nvSpPr>
          <p:spPr>
            <a:xfrm>
              <a:off x="24918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35"/>
            <p:cNvSpPr/>
            <p:nvPr/>
          </p:nvSpPr>
          <p:spPr>
            <a:xfrm>
              <a:off x="249180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35"/>
            <p:cNvSpPr/>
            <p:nvPr/>
          </p:nvSpPr>
          <p:spPr>
            <a:xfrm>
              <a:off x="249180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35"/>
            <p:cNvSpPr/>
            <p:nvPr/>
          </p:nvSpPr>
          <p:spPr>
            <a:xfrm>
              <a:off x="249180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35"/>
            <p:cNvSpPr/>
            <p:nvPr/>
          </p:nvSpPr>
          <p:spPr>
            <a:xfrm>
              <a:off x="249180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35"/>
            <p:cNvSpPr/>
            <p:nvPr/>
          </p:nvSpPr>
          <p:spPr>
            <a:xfrm>
              <a:off x="249180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35"/>
            <p:cNvSpPr/>
            <p:nvPr/>
          </p:nvSpPr>
          <p:spPr>
            <a:xfrm>
              <a:off x="24918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35"/>
            <p:cNvSpPr/>
            <p:nvPr/>
          </p:nvSpPr>
          <p:spPr>
            <a:xfrm>
              <a:off x="249180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35"/>
            <p:cNvSpPr/>
            <p:nvPr/>
          </p:nvSpPr>
          <p:spPr>
            <a:xfrm>
              <a:off x="249180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35"/>
            <p:cNvSpPr/>
            <p:nvPr/>
          </p:nvSpPr>
          <p:spPr>
            <a:xfrm>
              <a:off x="24918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35"/>
            <p:cNvSpPr/>
            <p:nvPr/>
          </p:nvSpPr>
          <p:spPr>
            <a:xfrm>
              <a:off x="249180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35"/>
            <p:cNvSpPr/>
            <p:nvPr/>
          </p:nvSpPr>
          <p:spPr>
            <a:xfrm>
              <a:off x="249180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35"/>
            <p:cNvSpPr/>
            <p:nvPr/>
          </p:nvSpPr>
          <p:spPr>
            <a:xfrm>
              <a:off x="249180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35"/>
            <p:cNvSpPr/>
            <p:nvPr/>
          </p:nvSpPr>
          <p:spPr>
            <a:xfrm>
              <a:off x="2642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35"/>
            <p:cNvSpPr/>
            <p:nvPr/>
          </p:nvSpPr>
          <p:spPr>
            <a:xfrm>
              <a:off x="2642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35"/>
            <p:cNvSpPr/>
            <p:nvPr/>
          </p:nvSpPr>
          <p:spPr>
            <a:xfrm>
              <a:off x="2642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35"/>
            <p:cNvSpPr/>
            <p:nvPr/>
          </p:nvSpPr>
          <p:spPr>
            <a:xfrm>
              <a:off x="2642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35"/>
            <p:cNvSpPr/>
            <p:nvPr/>
          </p:nvSpPr>
          <p:spPr>
            <a:xfrm>
              <a:off x="2642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35"/>
            <p:cNvSpPr/>
            <p:nvPr/>
          </p:nvSpPr>
          <p:spPr>
            <a:xfrm>
              <a:off x="2642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35"/>
            <p:cNvSpPr/>
            <p:nvPr/>
          </p:nvSpPr>
          <p:spPr>
            <a:xfrm>
              <a:off x="2642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35"/>
            <p:cNvSpPr/>
            <p:nvPr/>
          </p:nvSpPr>
          <p:spPr>
            <a:xfrm>
              <a:off x="2642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35"/>
            <p:cNvSpPr/>
            <p:nvPr/>
          </p:nvSpPr>
          <p:spPr>
            <a:xfrm>
              <a:off x="2642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35"/>
            <p:cNvSpPr/>
            <p:nvPr/>
          </p:nvSpPr>
          <p:spPr>
            <a:xfrm>
              <a:off x="2642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35"/>
            <p:cNvSpPr/>
            <p:nvPr/>
          </p:nvSpPr>
          <p:spPr>
            <a:xfrm>
              <a:off x="2642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35"/>
            <p:cNvSpPr/>
            <p:nvPr/>
          </p:nvSpPr>
          <p:spPr>
            <a:xfrm>
              <a:off x="2642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35"/>
            <p:cNvSpPr/>
            <p:nvPr/>
          </p:nvSpPr>
          <p:spPr>
            <a:xfrm>
              <a:off x="2642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35"/>
            <p:cNvSpPr/>
            <p:nvPr/>
          </p:nvSpPr>
          <p:spPr>
            <a:xfrm>
              <a:off x="2642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35"/>
            <p:cNvSpPr/>
            <p:nvPr/>
          </p:nvSpPr>
          <p:spPr>
            <a:xfrm>
              <a:off x="2642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35"/>
            <p:cNvSpPr/>
            <p:nvPr/>
          </p:nvSpPr>
          <p:spPr>
            <a:xfrm>
              <a:off x="2642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35"/>
            <p:cNvSpPr/>
            <p:nvPr/>
          </p:nvSpPr>
          <p:spPr>
            <a:xfrm>
              <a:off x="2642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35"/>
            <p:cNvSpPr/>
            <p:nvPr/>
          </p:nvSpPr>
          <p:spPr>
            <a:xfrm>
              <a:off x="2642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35"/>
            <p:cNvSpPr/>
            <p:nvPr/>
          </p:nvSpPr>
          <p:spPr>
            <a:xfrm>
              <a:off x="2642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35"/>
            <p:cNvSpPr/>
            <p:nvPr/>
          </p:nvSpPr>
          <p:spPr>
            <a:xfrm>
              <a:off x="2642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35"/>
            <p:cNvSpPr/>
            <p:nvPr/>
          </p:nvSpPr>
          <p:spPr>
            <a:xfrm>
              <a:off x="2792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35"/>
            <p:cNvSpPr/>
            <p:nvPr/>
          </p:nvSpPr>
          <p:spPr>
            <a:xfrm>
              <a:off x="2792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35"/>
            <p:cNvSpPr/>
            <p:nvPr/>
          </p:nvSpPr>
          <p:spPr>
            <a:xfrm>
              <a:off x="2792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35"/>
            <p:cNvSpPr/>
            <p:nvPr/>
          </p:nvSpPr>
          <p:spPr>
            <a:xfrm>
              <a:off x="2792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35"/>
            <p:cNvSpPr/>
            <p:nvPr/>
          </p:nvSpPr>
          <p:spPr>
            <a:xfrm>
              <a:off x="2792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p35"/>
            <p:cNvSpPr/>
            <p:nvPr/>
          </p:nvSpPr>
          <p:spPr>
            <a:xfrm>
              <a:off x="2792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p35"/>
            <p:cNvSpPr/>
            <p:nvPr/>
          </p:nvSpPr>
          <p:spPr>
            <a:xfrm>
              <a:off x="2792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35"/>
            <p:cNvSpPr/>
            <p:nvPr/>
          </p:nvSpPr>
          <p:spPr>
            <a:xfrm>
              <a:off x="2792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35"/>
            <p:cNvSpPr/>
            <p:nvPr/>
          </p:nvSpPr>
          <p:spPr>
            <a:xfrm>
              <a:off x="2792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p35"/>
            <p:cNvSpPr/>
            <p:nvPr/>
          </p:nvSpPr>
          <p:spPr>
            <a:xfrm>
              <a:off x="2792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35"/>
            <p:cNvSpPr/>
            <p:nvPr/>
          </p:nvSpPr>
          <p:spPr>
            <a:xfrm>
              <a:off x="2792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p35"/>
            <p:cNvSpPr/>
            <p:nvPr/>
          </p:nvSpPr>
          <p:spPr>
            <a:xfrm>
              <a:off x="2792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p35"/>
            <p:cNvSpPr/>
            <p:nvPr/>
          </p:nvSpPr>
          <p:spPr>
            <a:xfrm>
              <a:off x="2792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p35"/>
            <p:cNvSpPr/>
            <p:nvPr/>
          </p:nvSpPr>
          <p:spPr>
            <a:xfrm>
              <a:off x="2792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p35"/>
            <p:cNvSpPr/>
            <p:nvPr/>
          </p:nvSpPr>
          <p:spPr>
            <a:xfrm>
              <a:off x="2792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p35"/>
            <p:cNvSpPr/>
            <p:nvPr/>
          </p:nvSpPr>
          <p:spPr>
            <a:xfrm>
              <a:off x="2792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p35"/>
            <p:cNvSpPr/>
            <p:nvPr/>
          </p:nvSpPr>
          <p:spPr>
            <a:xfrm>
              <a:off x="2792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7" name="Google Shape;2247;p35"/>
            <p:cNvSpPr/>
            <p:nvPr/>
          </p:nvSpPr>
          <p:spPr>
            <a:xfrm>
              <a:off x="2792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p35"/>
            <p:cNvSpPr/>
            <p:nvPr/>
          </p:nvSpPr>
          <p:spPr>
            <a:xfrm>
              <a:off x="294332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p35"/>
            <p:cNvSpPr/>
            <p:nvPr/>
          </p:nvSpPr>
          <p:spPr>
            <a:xfrm>
              <a:off x="294332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p35"/>
            <p:cNvSpPr/>
            <p:nvPr/>
          </p:nvSpPr>
          <p:spPr>
            <a:xfrm>
              <a:off x="294332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35"/>
            <p:cNvSpPr/>
            <p:nvPr/>
          </p:nvSpPr>
          <p:spPr>
            <a:xfrm>
              <a:off x="294332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35"/>
            <p:cNvSpPr/>
            <p:nvPr/>
          </p:nvSpPr>
          <p:spPr>
            <a:xfrm>
              <a:off x="294332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35"/>
            <p:cNvSpPr/>
            <p:nvPr/>
          </p:nvSpPr>
          <p:spPr>
            <a:xfrm>
              <a:off x="294332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35"/>
            <p:cNvSpPr/>
            <p:nvPr/>
          </p:nvSpPr>
          <p:spPr>
            <a:xfrm>
              <a:off x="294332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35"/>
            <p:cNvSpPr/>
            <p:nvPr/>
          </p:nvSpPr>
          <p:spPr>
            <a:xfrm>
              <a:off x="294332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35"/>
            <p:cNvSpPr/>
            <p:nvPr/>
          </p:nvSpPr>
          <p:spPr>
            <a:xfrm>
              <a:off x="294332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35"/>
            <p:cNvSpPr/>
            <p:nvPr/>
          </p:nvSpPr>
          <p:spPr>
            <a:xfrm>
              <a:off x="294332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p35"/>
            <p:cNvSpPr/>
            <p:nvPr/>
          </p:nvSpPr>
          <p:spPr>
            <a:xfrm>
              <a:off x="294332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p35"/>
            <p:cNvSpPr/>
            <p:nvPr/>
          </p:nvSpPr>
          <p:spPr>
            <a:xfrm>
              <a:off x="294332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p35"/>
            <p:cNvSpPr/>
            <p:nvPr/>
          </p:nvSpPr>
          <p:spPr>
            <a:xfrm>
              <a:off x="294332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35"/>
            <p:cNvSpPr/>
            <p:nvPr/>
          </p:nvSpPr>
          <p:spPr>
            <a:xfrm>
              <a:off x="294332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35"/>
            <p:cNvSpPr/>
            <p:nvPr/>
          </p:nvSpPr>
          <p:spPr>
            <a:xfrm>
              <a:off x="294332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p35"/>
            <p:cNvSpPr/>
            <p:nvPr/>
          </p:nvSpPr>
          <p:spPr>
            <a:xfrm>
              <a:off x="294332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p35"/>
            <p:cNvSpPr/>
            <p:nvPr/>
          </p:nvSpPr>
          <p:spPr>
            <a:xfrm>
              <a:off x="294332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p35"/>
            <p:cNvSpPr/>
            <p:nvPr/>
          </p:nvSpPr>
          <p:spPr>
            <a:xfrm>
              <a:off x="294332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35"/>
            <p:cNvSpPr/>
            <p:nvPr/>
          </p:nvSpPr>
          <p:spPr>
            <a:xfrm>
              <a:off x="3093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p35"/>
            <p:cNvSpPr/>
            <p:nvPr/>
          </p:nvSpPr>
          <p:spPr>
            <a:xfrm>
              <a:off x="3093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p35"/>
            <p:cNvSpPr/>
            <p:nvPr/>
          </p:nvSpPr>
          <p:spPr>
            <a:xfrm>
              <a:off x="3093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35"/>
            <p:cNvSpPr/>
            <p:nvPr/>
          </p:nvSpPr>
          <p:spPr>
            <a:xfrm>
              <a:off x="3093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p35"/>
            <p:cNvSpPr/>
            <p:nvPr/>
          </p:nvSpPr>
          <p:spPr>
            <a:xfrm>
              <a:off x="3093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p35"/>
            <p:cNvSpPr/>
            <p:nvPr/>
          </p:nvSpPr>
          <p:spPr>
            <a:xfrm>
              <a:off x="3093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35"/>
            <p:cNvSpPr/>
            <p:nvPr/>
          </p:nvSpPr>
          <p:spPr>
            <a:xfrm>
              <a:off x="3093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35"/>
            <p:cNvSpPr/>
            <p:nvPr/>
          </p:nvSpPr>
          <p:spPr>
            <a:xfrm>
              <a:off x="3093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35"/>
            <p:cNvSpPr/>
            <p:nvPr/>
          </p:nvSpPr>
          <p:spPr>
            <a:xfrm>
              <a:off x="3093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p35"/>
            <p:cNvSpPr/>
            <p:nvPr/>
          </p:nvSpPr>
          <p:spPr>
            <a:xfrm>
              <a:off x="324435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p35"/>
            <p:cNvSpPr/>
            <p:nvPr/>
          </p:nvSpPr>
          <p:spPr>
            <a:xfrm>
              <a:off x="324435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35"/>
            <p:cNvSpPr/>
            <p:nvPr/>
          </p:nvSpPr>
          <p:spPr>
            <a:xfrm>
              <a:off x="324435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35"/>
            <p:cNvSpPr/>
            <p:nvPr/>
          </p:nvSpPr>
          <p:spPr>
            <a:xfrm>
              <a:off x="324435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35"/>
            <p:cNvSpPr/>
            <p:nvPr/>
          </p:nvSpPr>
          <p:spPr>
            <a:xfrm>
              <a:off x="324435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35"/>
            <p:cNvSpPr/>
            <p:nvPr/>
          </p:nvSpPr>
          <p:spPr>
            <a:xfrm>
              <a:off x="324435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35"/>
            <p:cNvSpPr/>
            <p:nvPr/>
          </p:nvSpPr>
          <p:spPr>
            <a:xfrm>
              <a:off x="324435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35"/>
            <p:cNvSpPr/>
            <p:nvPr/>
          </p:nvSpPr>
          <p:spPr>
            <a:xfrm>
              <a:off x="324435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35"/>
            <p:cNvSpPr/>
            <p:nvPr/>
          </p:nvSpPr>
          <p:spPr>
            <a:xfrm>
              <a:off x="3394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35"/>
            <p:cNvSpPr/>
            <p:nvPr/>
          </p:nvSpPr>
          <p:spPr>
            <a:xfrm>
              <a:off x="3394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35"/>
            <p:cNvSpPr/>
            <p:nvPr/>
          </p:nvSpPr>
          <p:spPr>
            <a:xfrm>
              <a:off x="3394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35"/>
            <p:cNvSpPr/>
            <p:nvPr/>
          </p:nvSpPr>
          <p:spPr>
            <a:xfrm>
              <a:off x="33948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35"/>
            <p:cNvSpPr/>
            <p:nvPr/>
          </p:nvSpPr>
          <p:spPr>
            <a:xfrm>
              <a:off x="3394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35"/>
            <p:cNvSpPr/>
            <p:nvPr/>
          </p:nvSpPr>
          <p:spPr>
            <a:xfrm>
              <a:off x="3394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35"/>
            <p:cNvSpPr/>
            <p:nvPr/>
          </p:nvSpPr>
          <p:spPr>
            <a:xfrm>
              <a:off x="3545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35"/>
            <p:cNvSpPr/>
            <p:nvPr/>
          </p:nvSpPr>
          <p:spPr>
            <a:xfrm>
              <a:off x="3545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35"/>
            <p:cNvSpPr/>
            <p:nvPr/>
          </p:nvSpPr>
          <p:spPr>
            <a:xfrm>
              <a:off x="3545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2" name="Google Shape;2292;p35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2293" name="Google Shape;2293;p35"/>
            <p:cNvSpPr/>
            <p:nvPr/>
          </p:nvSpPr>
          <p:spPr>
            <a:xfrm>
              <a:off x="12877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35"/>
            <p:cNvSpPr/>
            <p:nvPr/>
          </p:nvSpPr>
          <p:spPr>
            <a:xfrm>
              <a:off x="12877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35"/>
            <p:cNvSpPr/>
            <p:nvPr/>
          </p:nvSpPr>
          <p:spPr>
            <a:xfrm>
              <a:off x="12877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35"/>
            <p:cNvSpPr/>
            <p:nvPr/>
          </p:nvSpPr>
          <p:spPr>
            <a:xfrm>
              <a:off x="12877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35"/>
            <p:cNvSpPr/>
            <p:nvPr/>
          </p:nvSpPr>
          <p:spPr>
            <a:xfrm>
              <a:off x="12877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35"/>
            <p:cNvSpPr/>
            <p:nvPr/>
          </p:nvSpPr>
          <p:spPr>
            <a:xfrm>
              <a:off x="12877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35"/>
            <p:cNvSpPr/>
            <p:nvPr/>
          </p:nvSpPr>
          <p:spPr>
            <a:xfrm>
              <a:off x="12877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35"/>
            <p:cNvSpPr/>
            <p:nvPr/>
          </p:nvSpPr>
          <p:spPr>
            <a:xfrm>
              <a:off x="12877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p35"/>
            <p:cNvSpPr/>
            <p:nvPr/>
          </p:nvSpPr>
          <p:spPr>
            <a:xfrm>
              <a:off x="12877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p35"/>
            <p:cNvSpPr/>
            <p:nvPr/>
          </p:nvSpPr>
          <p:spPr>
            <a:xfrm>
              <a:off x="12877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35"/>
            <p:cNvSpPr/>
            <p:nvPr/>
          </p:nvSpPr>
          <p:spPr>
            <a:xfrm>
              <a:off x="12877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35"/>
            <p:cNvSpPr/>
            <p:nvPr/>
          </p:nvSpPr>
          <p:spPr>
            <a:xfrm>
              <a:off x="12877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35"/>
            <p:cNvSpPr/>
            <p:nvPr/>
          </p:nvSpPr>
          <p:spPr>
            <a:xfrm>
              <a:off x="12877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35"/>
            <p:cNvSpPr/>
            <p:nvPr/>
          </p:nvSpPr>
          <p:spPr>
            <a:xfrm>
              <a:off x="12877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p35"/>
            <p:cNvSpPr/>
            <p:nvPr/>
          </p:nvSpPr>
          <p:spPr>
            <a:xfrm>
              <a:off x="12877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p35"/>
            <p:cNvSpPr/>
            <p:nvPr/>
          </p:nvSpPr>
          <p:spPr>
            <a:xfrm>
              <a:off x="14382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p35"/>
            <p:cNvSpPr/>
            <p:nvPr/>
          </p:nvSpPr>
          <p:spPr>
            <a:xfrm>
              <a:off x="14382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35"/>
            <p:cNvSpPr/>
            <p:nvPr/>
          </p:nvSpPr>
          <p:spPr>
            <a:xfrm>
              <a:off x="14382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35"/>
            <p:cNvSpPr/>
            <p:nvPr/>
          </p:nvSpPr>
          <p:spPr>
            <a:xfrm>
              <a:off x="14382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p35"/>
            <p:cNvSpPr/>
            <p:nvPr/>
          </p:nvSpPr>
          <p:spPr>
            <a:xfrm>
              <a:off x="15887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p35"/>
            <p:cNvSpPr/>
            <p:nvPr/>
          </p:nvSpPr>
          <p:spPr>
            <a:xfrm>
              <a:off x="15887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35"/>
            <p:cNvSpPr/>
            <p:nvPr/>
          </p:nvSpPr>
          <p:spPr>
            <a:xfrm>
              <a:off x="15887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35"/>
            <p:cNvSpPr/>
            <p:nvPr/>
          </p:nvSpPr>
          <p:spPr>
            <a:xfrm>
              <a:off x="15887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35"/>
            <p:cNvSpPr/>
            <p:nvPr/>
          </p:nvSpPr>
          <p:spPr>
            <a:xfrm>
              <a:off x="15887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35"/>
            <p:cNvSpPr/>
            <p:nvPr/>
          </p:nvSpPr>
          <p:spPr>
            <a:xfrm>
              <a:off x="15887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35"/>
            <p:cNvSpPr/>
            <p:nvPr/>
          </p:nvSpPr>
          <p:spPr>
            <a:xfrm>
              <a:off x="15887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p35"/>
            <p:cNvSpPr/>
            <p:nvPr/>
          </p:nvSpPr>
          <p:spPr>
            <a:xfrm>
              <a:off x="15887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35"/>
            <p:cNvSpPr/>
            <p:nvPr/>
          </p:nvSpPr>
          <p:spPr>
            <a:xfrm>
              <a:off x="15887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35"/>
            <p:cNvSpPr/>
            <p:nvPr/>
          </p:nvSpPr>
          <p:spPr>
            <a:xfrm>
              <a:off x="15887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35"/>
            <p:cNvSpPr/>
            <p:nvPr/>
          </p:nvSpPr>
          <p:spPr>
            <a:xfrm>
              <a:off x="17392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p35"/>
            <p:cNvSpPr/>
            <p:nvPr/>
          </p:nvSpPr>
          <p:spPr>
            <a:xfrm>
              <a:off x="17392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35"/>
            <p:cNvSpPr/>
            <p:nvPr/>
          </p:nvSpPr>
          <p:spPr>
            <a:xfrm>
              <a:off x="17392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35"/>
            <p:cNvSpPr/>
            <p:nvPr/>
          </p:nvSpPr>
          <p:spPr>
            <a:xfrm>
              <a:off x="17392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p35"/>
            <p:cNvSpPr/>
            <p:nvPr/>
          </p:nvSpPr>
          <p:spPr>
            <a:xfrm>
              <a:off x="17392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35"/>
            <p:cNvSpPr/>
            <p:nvPr/>
          </p:nvSpPr>
          <p:spPr>
            <a:xfrm>
              <a:off x="17392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35"/>
            <p:cNvSpPr/>
            <p:nvPr/>
          </p:nvSpPr>
          <p:spPr>
            <a:xfrm>
              <a:off x="17392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35"/>
            <p:cNvSpPr/>
            <p:nvPr/>
          </p:nvSpPr>
          <p:spPr>
            <a:xfrm>
              <a:off x="17392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35"/>
            <p:cNvSpPr/>
            <p:nvPr/>
          </p:nvSpPr>
          <p:spPr>
            <a:xfrm>
              <a:off x="17392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35"/>
            <p:cNvSpPr/>
            <p:nvPr/>
          </p:nvSpPr>
          <p:spPr>
            <a:xfrm>
              <a:off x="17392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p35"/>
            <p:cNvSpPr/>
            <p:nvPr/>
          </p:nvSpPr>
          <p:spPr>
            <a:xfrm>
              <a:off x="17392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35"/>
            <p:cNvSpPr/>
            <p:nvPr/>
          </p:nvSpPr>
          <p:spPr>
            <a:xfrm>
              <a:off x="17392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35"/>
            <p:cNvSpPr/>
            <p:nvPr/>
          </p:nvSpPr>
          <p:spPr>
            <a:xfrm>
              <a:off x="17392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35"/>
            <p:cNvSpPr/>
            <p:nvPr/>
          </p:nvSpPr>
          <p:spPr>
            <a:xfrm>
              <a:off x="17392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35"/>
            <p:cNvSpPr/>
            <p:nvPr/>
          </p:nvSpPr>
          <p:spPr>
            <a:xfrm>
              <a:off x="17392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35"/>
            <p:cNvSpPr/>
            <p:nvPr/>
          </p:nvSpPr>
          <p:spPr>
            <a:xfrm>
              <a:off x="17392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35"/>
            <p:cNvSpPr/>
            <p:nvPr/>
          </p:nvSpPr>
          <p:spPr>
            <a:xfrm>
              <a:off x="17392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35"/>
            <p:cNvSpPr/>
            <p:nvPr/>
          </p:nvSpPr>
          <p:spPr>
            <a:xfrm>
              <a:off x="188975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35"/>
            <p:cNvSpPr/>
            <p:nvPr/>
          </p:nvSpPr>
          <p:spPr>
            <a:xfrm>
              <a:off x="188975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p35"/>
            <p:cNvSpPr/>
            <p:nvPr/>
          </p:nvSpPr>
          <p:spPr>
            <a:xfrm>
              <a:off x="188975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p35"/>
            <p:cNvSpPr/>
            <p:nvPr/>
          </p:nvSpPr>
          <p:spPr>
            <a:xfrm>
              <a:off x="188975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35"/>
            <p:cNvSpPr/>
            <p:nvPr/>
          </p:nvSpPr>
          <p:spPr>
            <a:xfrm>
              <a:off x="188975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p35"/>
            <p:cNvSpPr/>
            <p:nvPr/>
          </p:nvSpPr>
          <p:spPr>
            <a:xfrm>
              <a:off x="188975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p35"/>
            <p:cNvSpPr/>
            <p:nvPr/>
          </p:nvSpPr>
          <p:spPr>
            <a:xfrm>
              <a:off x="188975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35"/>
            <p:cNvSpPr/>
            <p:nvPr/>
          </p:nvSpPr>
          <p:spPr>
            <a:xfrm>
              <a:off x="188975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35"/>
            <p:cNvSpPr/>
            <p:nvPr/>
          </p:nvSpPr>
          <p:spPr>
            <a:xfrm>
              <a:off x="188975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35"/>
            <p:cNvSpPr/>
            <p:nvPr/>
          </p:nvSpPr>
          <p:spPr>
            <a:xfrm>
              <a:off x="188975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35"/>
            <p:cNvSpPr/>
            <p:nvPr/>
          </p:nvSpPr>
          <p:spPr>
            <a:xfrm>
              <a:off x="188975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35"/>
            <p:cNvSpPr/>
            <p:nvPr/>
          </p:nvSpPr>
          <p:spPr>
            <a:xfrm>
              <a:off x="20402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35"/>
            <p:cNvSpPr/>
            <p:nvPr/>
          </p:nvSpPr>
          <p:spPr>
            <a:xfrm>
              <a:off x="20402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p35"/>
            <p:cNvSpPr/>
            <p:nvPr/>
          </p:nvSpPr>
          <p:spPr>
            <a:xfrm>
              <a:off x="20402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p35"/>
            <p:cNvSpPr/>
            <p:nvPr/>
          </p:nvSpPr>
          <p:spPr>
            <a:xfrm>
              <a:off x="20402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35"/>
            <p:cNvSpPr/>
            <p:nvPr/>
          </p:nvSpPr>
          <p:spPr>
            <a:xfrm>
              <a:off x="20402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35"/>
            <p:cNvSpPr/>
            <p:nvPr/>
          </p:nvSpPr>
          <p:spPr>
            <a:xfrm>
              <a:off x="20402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35"/>
            <p:cNvSpPr/>
            <p:nvPr/>
          </p:nvSpPr>
          <p:spPr>
            <a:xfrm>
              <a:off x="20402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p35"/>
            <p:cNvSpPr/>
            <p:nvPr/>
          </p:nvSpPr>
          <p:spPr>
            <a:xfrm>
              <a:off x="20402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p35"/>
            <p:cNvSpPr/>
            <p:nvPr/>
          </p:nvSpPr>
          <p:spPr>
            <a:xfrm>
              <a:off x="20402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35"/>
            <p:cNvSpPr/>
            <p:nvPr/>
          </p:nvSpPr>
          <p:spPr>
            <a:xfrm>
              <a:off x="20402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35"/>
            <p:cNvSpPr/>
            <p:nvPr/>
          </p:nvSpPr>
          <p:spPr>
            <a:xfrm>
              <a:off x="20402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35"/>
            <p:cNvSpPr/>
            <p:nvPr/>
          </p:nvSpPr>
          <p:spPr>
            <a:xfrm>
              <a:off x="20402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35"/>
            <p:cNvSpPr/>
            <p:nvPr/>
          </p:nvSpPr>
          <p:spPr>
            <a:xfrm>
              <a:off x="20402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p35"/>
            <p:cNvSpPr/>
            <p:nvPr/>
          </p:nvSpPr>
          <p:spPr>
            <a:xfrm>
              <a:off x="21907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4" name="Google Shape;2364;p35"/>
            <p:cNvSpPr/>
            <p:nvPr/>
          </p:nvSpPr>
          <p:spPr>
            <a:xfrm>
              <a:off x="21907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p35"/>
            <p:cNvSpPr/>
            <p:nvPr/>
          </p:nvSpPr>
          <p:spPr>
            <a:xfrm>
              <a:off x="21907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35"/>
            <p:cNvSpPr/>
            <p:nvPr/>
          </p:nvSpPr>
          <p:spPr>
            <a:xfrm>
              <a:off x="21907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35"/>
            <p:cNvSpPr/>
            <p:nvPr/>
          </p:nvSpPr>
          <p:spPr>
            <a:xfrm>
              <a:off x="21907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35"/>
            <p:cNvSpPr/>
            <p:nvPr/>
          </p:nvSpPr>
          <p:spPr>
            <a:xfrm>
              <a:off x="2190775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35"/>
            <p:cNvSpPr/>
            <p:nvPr/>
          </p:nvSpPr>
          <p:spPr>
            <a:xfrm>
              <a:off x="21907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35"/>
            <p:cNvSpPr/>
            <p:nvPr/>
          </p:nvSpPr>
          <p:spPr>
            <a:xfrm>
              <a:off x="21907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35"/>
            <p:cNvSpPr/>
            <p:nvPr/>
          </p:nvSpPr>
          <p:spPr>
            <a:xfrm>
              <a:off x="2190775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p35"/>
            <p:cNvSpPr/>
            <p:nvPr/>
          </p:nvSpPr>
          <p:spPr>
            <a:xfrm>
              <a:off x="23413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p35"/>
            <p:cNvSpPr/>
            <p:nvPr/>
          </p:nvSpPr>
          <p:spPr>
            <a:xfrm>
              <a:off x="23413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35"/>
            <p:cNvSpPr/>
            <p:nvPr/>
          </p:nvSpPr>
          <p:spPr>
            <a:xfrm>
              <a:off x="234130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35"/>
            <p:cNvSpPr/>
            <p:nvPr/>
          </p:nvSpPr>
          <p:spPr>
            <a:xfrm>
              <a:off x="234130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35"/>
            <p:cNvSpPr/>
            <p:nvPr/>
          </p:nvSpPr>
          <p:spPr>
            <a:xfrm>
              <a:off x="234130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35"/>
            <p:cNvSpPr/>
            <p:nvPr/>
          </p:nvSpPr>
          <p:spPr>
            <a:xfrm>
              <a:off x="23413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35"/>
            <p:cNvSpPr/>
            <p:nvPr/>
          </p:nvSpPr>
          <p:spPr>
            <a:xfrm>
              <a:off x="23413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35"/>
            <p:cNvSpPr/>
            <p:nvPr/>
          </p:nvSpPr>
          <p:spPr>
            <a:xfrm>
              <a:off x="234130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35"/>
            <p:cNvSpPr/>
            <p:nvPr/>
          </p:nvSpPr>
          <p:spPr>
            <a:xfrm>
              <a:off x="249180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35"/>
            <p:cNvSpPr/>
            <p:nvPr/>
          </p:nvSpPr>
          <p:spPr>
            <a:xfrm>
              <a:off x="24918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35"/>
            <p:cNvSpPr/>
            <p:nvPr/>
          </p:nvSpPr>
          <p:spPr>
            <a:xfrm>
              <a:off x="249180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35"/>
            <p:cNvSpPr/>
            <p:nvPr/>
          </p:nvSpPr>
          <p:spPr>
            <a:xfrm>
              <a:off x="24918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35"/>
            <p:cNvSpPr/>
            <p:nvPr/>
          </p:nvSpPr>
          <p:spPr>
            <a:xfrm>
              <a:off x="24918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35"/>
            <p:cNvSpPr/>
            <p:nvPr/>
          </p:nvSpPr>
          <p:spPr>
            <a:xfrm>
              <a:off x="2642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35"/>
            <p:cNvSpPr/>
            <p:nvPr/>
          </p:nvSpPr>
          <p:spPr>
            <a:xfrm>
              <a:off x="2642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35"/>
            <p:cNvSpPr/>
            <p:nvPr/>
          </p:nvSpPr>
          <p:spPr>
            <a:xfrm>
              <a:off x="2642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p35"/>
            <p:cNvSpPr/>
            <p:nvPr/>
          </p:nvSpPr>
          <p:spPr>
            <a:xfrm>
              <a:off x="2642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35"/>
            <p:cNvSpPr/>
            <p:nvPr/>
          </p:nvSpPr>
          <p:spPr>
            <a:xfrm>
              <a:off x="2642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35"/>
            <p:cNvSpPr/>
            <p:nvPr/>
          </p:nvSpPr>
          <p:spPr>
            <a:xfrm>
              <a:off x="2792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35"/>
            <p:cNvSpPr/>
            <p:nvPr/>
          </p:nvSpPr>
          <p:spPr>
            <a:xfrm>
              <a:off x="294332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35"/>
            <p:cNvSpPr/>
            <p:nvPr/>
          </p:nvSpPr>
          <p:spPr>
            <a:xfrm>
              <a:off x="294332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35"/>
            <p:cNvSpPr/>
            <p:nvPr/>
          </p:nvSpPr>
          <p:spPr>
            <a:xfrm>
              <a:off x="3093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35"/>
            <p:cNvSpPr/>
            <p:nvPr/>
          </p:nvSpPr>
          <p:spPr>
            <a:xfrm>
              <a:off x="3394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35"/>
            <p:cNvSpPr/>
            <p:nvPr/>
          </p:nvSpPr>
          <p:spPr>
            <a:xfrm>
              <a:off x="3545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2396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p36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398" name="Google Shape;2398;p36"/>
          <p:cNvSpPr txBox="1"/>
          <p:nvPr>
            <p:ph idx="1" type="body"/>
          </p:nvPr>
        </p:nvSpPr>
        <p:spPr>
          <a:xfrm>
            <a:off x="718300" y="1755475"/>
            <a:ext cx="2179200" cy="30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99" name="Google Shape;2399;p36"/>
          <p:cNvSpPr txBox="1"/>
          <p:nvPr>
            <p:ph idx="2" type="body"/>
          </p:nvPr>
        </p:nvSpPr>
        <p:spPr>
          <a:xfrm>
            <a:off x="3009263" y="1755475"/>
            <a:ext cx="2179200" cy="30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00" name="Google Shape;2400;p36"/>
          <p:cNvSpPr txBox="1"/>
          <p:nvPr>
            <p:ph idx="3" type="body"/>
          </p:nvPr>
        </p:nvSpPr>
        <p:spPr>
          <a:xfrm>
            <a:off x="5300226" y="1755475"/>
            <a:ext cx="2179200" cy="30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01" name="Google Shape;2401;p36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02" name="Google Shape;2402;p36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2403" name="Google Shape;2403;p36"/>
            <p:cNvSpPr/>
            <p:nvPr/>
          </p:nvSpPr>
          <p:spPr>
            <a:xfrm>
              <a:off x="53078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4" name="Google Shape;2404;p36"/>
            <p:cNvSpPr/>
            <p:nvPr/>
          </p:nvSpPr>
          <p:spPr>
            <a:xfrm>
              <a:off x="53078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p36"/>
            <p:cNvSpPr/>
            <p:nvPr/>
          </p:nvSpPr>
          <p:spPr>
            <a:xfrm>
              <a:off x="53078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p36"/>
            <p:cNvSpPr/>
            <p:nvPr/>
          </p:nvSpPr>
          <p:spPr>
            <a:xfrm>
              <a:off x="53078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36"/>
            <p:cNvSpPr/>
            <p:nvPr/>
          </p:nvSpPr>
          <p:spPr>
            <a:xfrm>
              <a:off x="53078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36"/>
            <p:cNvSpPr/>
            <p:nvPr/>
          </p:nvSpPr>
          <p:spPr>
            <a:xfrm>
              <a:off x="53078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p36"/>
            <p:cNvSpPr/>
            <p:nvPr/>
          </p:nvSpPr>
          <p:spPr>
            <a:xfrm>
              <a:off x="53078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p36"/>
            <p:cNvSpPr/>
            <p:nvPr/>
          </p:nvSpPr>
          <p:spPr>
            <a:xfrm>
              <a:off x="53078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p36"/>
            <p:cNvSpPr/>
            <p:nvPr/>
          </p:nvSpPr>
          <p:spPr>
            <a:xfrm>
              <a:off x="53078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36"/>
            <p:cNvSpPr/>
            <p:nvPr/>
          </p:nvSpPr>
          <p:spPr>
            <a:xfrm>
              <a:off x="53078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36"/>
            <p:cNvSpPr/>
            <p:nvPr/>
          </p:nvSpPr>
          <p:spPr>
            <a:xfrm>
              <a:off x="53078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36"/>
            <p:cNvSpPr/>
            <p:nvPr/>
          </p:nvSpPr>
          <p:spPr>
            <a:xfrm>
              <a:off x="53078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36"/>
            <p:cNvSpPr/>
            <p:nvPr/>
          </p:nvSpPr>
          <p:spPr>
            <a:xfrm>
              <a:off x="53078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36"/>
            <p:cNvSpPr/>
            <p:nvPr/>
          </p:nvSpPr>
          <p:spPr>
            <a:xfrm>
              <a:off x="53078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36"/>
            <p:cNvSpPr/>
            <p:nvPr/>
          </p:nvSpPr>
          <p:spPr>
            <a:xfrm>
              <a:off x="53078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36"/>
            <p:cNvSpPr/>
            <p:nvPr/>
          </p:nvSpPr>
          <p:spPr>
            <a:xfrm>
              <a:off x="53078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p36"/>
            <p:cNvSpPr/>
            <p:nvPr/>
          </p:nvSpPr>
          <p:spPr>
            <a:xfrm>
              <a:off x="53078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p36"/>
            <p:cNvSpPr/>
            <p:nvPr/>
          </p:nvSpPr>
          <p:spPr>
            <a:xfrm>
              <a:off x="53078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p36"/>
            <p:cNvSpPr/>
            <p:nvPr/>
          </p:nvSpPr>
          <p:spPr>
            <a:xfrm>
              <a:off x="53078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36"/>
            <p:cNvSpPr/>
            <p:nvPr/>
          </p:nvSpPr>
          <p:spPr>
            <a:xfrm>
              <a:off x="53078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36"/>
            <p:cNvSpPr/>
            <p:nvPr/>
          </p:nvSpPr>
          <p:spPr>
            <a:xfrm>
              <a:off x="53078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36"/>
            <p:cNvSpPr/>
            <p:nvPr/>
          </p:nvSpPr>
          <p:spPr>
            <a:xfrm>
              <a:off x="53078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36"/>
            <p:cNvSpPr/>
            <p:nvPr/>
          </p:nvSpPr>
          <p:spPr>
            <a:xfrm>
              <a:off x="53078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p36"/>
            <p:cNvSpPr/>
            <p:nvPr/>
          </p:nvSpPr>
          <p:spPr>
            <a:xfrm>
              <a:off x="53078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36"/>
            <p:cNvSpPr/>
            <p:nvPr/>
          </p:nvSpPr>
          <p:spPr>
            <a:xfrm>
              <a:off x="53078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36"/>
            <p:cNvSpPr/>
            <p:nvPr/>
          </p:nvSpPr>
          <p:spPr>
            <a:xfrm>
              <a:off x="53078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p36"/>
            <p:cNvSpPr/>
            <p:nvPr/>
          </p:nvSpPr>
          <p:spPr>
            <a:xfrm>
              <a:off x="53078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36"/>
            <p:cNvSpPr/>
            <p:nvPr/>
          </p:nvSpPr>
          <p:spPr>
            <a:xfrm>
              <a:off x="53078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p36"/>
            <p:cNvSpPr/>
            <p:nvPr/>
          </p:nvSpPr>
          <p:spPr>
            <a:xfrm>
              <a:off x="53078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36"/>
            <p:cNvSpPr/>
            <p:nvPr/>
          </p:nvSpPr>
          <p:spPr>
            <a:xfrm>
              <a:off x="53078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36"/>
            <p:cNvSpPr/>
            <p:nvPr/>
          </p:nvSpPr>
          <p:spPr>
            <a:xfrm>
              <a:off x="53078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36"/>
            <p:cNvSpPr/>
            <p:nvPr/>
          </p:nvSpPr>
          <p:spPr>
            <a:xfrm>
              <a:off x="53078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36"/>
            <p:cNvSpPr/>
            <p:nvPr/>
          </p:nvSpPr>
          <p:spPr>
            <a:xfrm>
              <a:off x="53078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36"/>
            <p:cNvSpPr/>
            <p:nvPr/>
          </p:nvSpPr>
          <p:spPr>
            <a:xfrm>
              <a:off x="53078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36"/>
            <p:cNvSpPr/>
            <p:nvPr/>
          </p:nvSpPr>
          <p:spPr>
            <a:xfrm>
              <a:off x="53078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36"/>
            <p:cNvSpPr/>
            <p:nvPr/>
          </p:nvSpPr>
          <p:spPr>
            <a:xfrm>
              <a:off x="5458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36"/>
            <p:cNvSpPr/>
            <p:nvPr/>
          </p:nvSpPr>
          <p:spPr>
            <a:xfrm>
              <a:off x="5458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36"/>
            <p:cNvSpPr/>
            <p:nvPr/>
          </p:nvSpPr>
          <p:spPr>
            <a:xfrm>
              <a:off x="5458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p36"/>
            <p:cNvSpPr/>
            <p:nvPr/>
          </p:nvSpPr>
          <p:spPr>
            <a:xfrm>
              <a:off x="5458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36"/>
            <p:cNvSpPr/>
            <p:nvPr/>
          </p:nvSpPr>
          <p:spPr>
            <a:xfrm>
              <a:off x="54583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36"/>
            <p:cNvSpPr/>
            <p:nvPr/>
          </p:nvSpPr>
          <p:spPr>
            <a:xfrm>
              <a:off x="5458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36"/>
            <p:cNvSpPr/>
            <p:nvPr/>
          </p:nvSpPr>
          <p:spPr>
            <a:xfrm>
              <a:off x="5458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36"/>
            <p:cNvSpPr/>
            <p:nvPr/>
          </p:nvSpPr>
          <p:spPr>
            <a:xfrm>
              <a:off x="5458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36"/>
            <p:cNvSpPr/>
            <p:nvPr/>
          </p:nvSpPr>
          <p:spPr>
            <a:xfrm>
              <a:off x="5458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36"/>
            <p:cNvSpPr/>
            <p:nvPr/>
          </p:nvSpPr>
          <p:spPr>
            <a:xfrm>
              <a:off x="5458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36"/>
            <p:cNvSpPr/>
            <p:nvPr/>
          </p:nvSpPr>
          <p:spPr>
            <a:xfrm>
              <a:off x="54583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p36"/>
            <p:cNvSpPr/>
            <p:nvPr/>
          </p:nvSpPr>
          <p:spPr>
            <a:xfrm>
              <a:off x="5458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p36"/>
            <p:cNvSpPr/>
            <p:nvPr/>
          </p:nvSpPr>
          <p:spPr>
            <a:xfrm>
              <a:off x="5458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p36"/>
            <p:cNvSpPr/>
            <p:nvPr/>
          </p:nvSpPr>
          <p:spPr>
            <a:xfrm>
              <a:off x="5458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36"/>
            <p:cNvSpPr/>
            <p:nvPr/>
          </p:nvSpPr>
          <p:spPr>
            <a:xfrm>
              <a:off x="54583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p36"/>
            <p:cNvSpPr/>
            <p:nvPr/>
          </p:nvSpPr>
          <p:spPr>
            <a:xfrm>
              <a:off x="5458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p36"/>
            <p:cNvSpPr/>
            <p:nvPr/>
          </p:nvSpPr>
          <p:spPr>
            <a:xfrm>
              <a:off x="5458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5" name="Google Shape;2455;p36"/>
            <p:cNvSpPr/>
            <p:nvPr/>
          </p:nvSpPr>
          <p:spPr>
            <a:xfrm>
              <a:off x="5458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p36"/>
            <p:cNvSpPr/>
            <p:nvPr/>
          </p:nvSpPr>
          <p:spPr>
            <a:xfrm>
              <a:off x="54583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36"/>
            <p:cNvSpPr/>
            <p:nvPr/>
          </p:nvSpPr>
          <p:spPr>
            <a:xfrm>
              <a:off x="5458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p36"/>
            <p:cNvSpPr/>
            <p:nvPr/>
          </p:nvSpPr>
          <p:spPr>
            <a:xfrm>
              <a:off x="5458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p36"/>
            <p:cNvSpPr/>
            <p:nvPr/>
          </p:nvSpPr>
          <p:spPr>
            <a:xfrm>
              <a:off x="54583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0" name="Google Shape;2460;p36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2461" name="Google Shape;2461;p36"/>
            <p:cNvSpPr/>
            <p:nvPr/>
          </p:nvSpPr>
          <p:spPr>
            <a:xfrm>
              <a:off x="54583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p36"/>
            <p:cNvSpPr/>
            <p:nvPr/>
          </p:nvSpPr>
          <p:spPr>
            <a:xfrm>
              <a:off x="5458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p36"/>
            <p:cNvSpPr/>
            <p:nvPr/>
          </p:nvSpPr>
          <p:spPr>
            <a:xfrm>
              <a:off x="54583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36"/>
            <p:cNvSpPr/>
            <p:nvPr/>
          </p:nvSpPr>
          <p:spPr>
            <a:xfrm>
              <a:off x="5458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p36"/>
            <p:cNvSpPr/>
            <p:nvPr/>
          </p:nvSpPr>
          <p:spPr>
            <a:xfrm>
              <a:off x="54583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p36"/>
            <p:cNvSpPr/>
            <p:nvPr/>
          </p:nvSpPr>
          <p:spPr>
            <a:xfrm>
              <a:off x="5458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7" name="Google Shape;2467;p36"/>
            <p:cNvSpPr/>
            <p:nvPr/>
          </p:nvSpPr>
          <p:spPr>
            <a:xfrm>
              <a:off x="5458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p36"/>
            <p:cNvSpPr/>
            <p:nvPr/>
          </p:nvSpPr>
          <p:spPr>
            <a:xfrm>
              <a:off x="5458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p36"/>
            <p:cNvSpPr/>
            <p:nvPr/>
          </p:nvSpPr>
          <p:spPr>
            <a:xfrm>
              <a:off x="5458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p36"/>
            <p:cNvSpPr/>
            <p:nvPr/>
          </p:nvSpPr>
          <p:spPr>
            <a:xfrm>
              <a:off x="5458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p36"/>
            <p:cNvSpPr/>
            <p:nvPr/>
          </p:nvSpPr>
          <p:spPr>
            <a:xfrm>
              <a:off x="5458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2" name="Google Shape;2472;p36"/>
            <p:cNvSpPr/>
            <p:nvPr/>
          </p:nvSpPr>
          <p:spPr>
            <a:xfrm>
              <a:off x="5458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p36"/>
            <p:cNvSpPr/>
            <p:nvPr/>
          </p:nvSpPr>
          <p:spPr>
            <a:xfrm>
              <a:off x="5458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p36"/>
            <p:cNvSpPr/>
            <p:nvPr/>
          </p:nvSpPr>
          <p:spPr>
            <a:xfrm>
              <a:off x="5608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5" name="Google Shape;2475;p36"/>
            <p:cNvSpPr/>
            <p:nvPr/>
          </p:nvSpPr>
          <p:spPr>
            <a:xfrm>
              <a:off x="56088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p36"/>
            <p:cNvSpPr/>
            <p:nvPr/>
          </p:nvSpPr>
          <p:spPr>
            <a:xfrm>
              <a:off x="5608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p36"/>
            <p:cNvSpPr/>
            <p:nvPr/>
          </p:nvSpPr>
          <p:spPr>
            <a:xfrm>
              <a:off x="56088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p36"/>
            <p:cNvSpPr/>
            <p:nvPr/>
          </p:nvSpPr>
          <p:spPr>
            <a:xfrm>
              <a:off x="5608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p36"/>
            <p:cNvSpPr/>
            <p:nvPr/>
          </p:nvSpPr>
          <p:spPr>
            <a:xfrm>
              <a:off x="56088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0" name="Google Shape;2480;p36"/>
            <p:cNvSpPr/>
            <p:nvPr/>
          </p:nvSpPr>
          <p:spPr>
            <a:xfrm>
              <a:off x="56088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1" name="Google Shape;2481;p36"/>
            <p:cNvSpPr/>
            <p:nvPr/>
          </p:nvSpPr>
          <p:spPr>
            <a:xfrm>
              <a:off x="5608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p36"/>
            <p:cNvSpPr/>
            <p:nvPr/>
          </p:nvSpPr>
          <p:spPr>
            <a:xfrm>
              <a:off x="5608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3" name="Google Shape;2483;p36"/>
            <p:cNvSpPr/>
            <p:nvPr/>
          </p:nvSpPr>
          <p:spPr>
            <a:xfrm>
              <a:off x="56088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p36"/>
            <p:cNvSpPr/>
            <p:nvPr/>
          </p:nvSpPr>
          <p:spPr>
            <a:xfrm>
              <a:off x="56088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36"/>
            <p:cNvSpPr/>
            <p:nvPr/>
          </p:nvSpPr>
          <p:spPr>
            <a:xfrm>
              <a:off x="56088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p36"/>
            <p:cNvSpPr/>
            <p:nvPr/>
          </p:nvSpPr>
          <p:spPr>
            <a:xfrm>
              <a:off x="5608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7" name="Google Shape;2487;p36"/>
            <p:cNvSpPr/>
            <p:nvPr/>
          </p:nvSpPr>
          <p:spPr>
            <a:xfrm>
              <a:off x="56088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8" name="Google Shape;2488;p36"/>
            <p:cNvSpPr/>
            <p:nvPr/>
          </p:nvSpPr>
          <p:spPr>
            <a:xfrm>
              <a:off x="5608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9" name="Google Shape;2489;p36"/>
            <p:cNvSpPr/>
            <p:nvPr/>
          </p:nvSpPr>
          <p:spPr>
            <a:xfrm>
              <a:off x="5608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0" name="Google Shape;2490;p36"/>
            <p:cNvSpPr/>
            <p:nvPr/>
          </p:nvSpPr>
          <p:spPr>
            <a:xfrm>
              <a:off x="5608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p36"/>
            <p:cNvSpPr/>
            <p:nvPr/>
          </p:nvSpPr>
          <p:spPr>
            <a:xfrm>
              <a:off x="56088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2" name="Google Shape;2492;p36"/>
            <p:cNvSpPr/>
            <p:nvPr/>
          </p:nvSpPr>
          <p:spPr>
            <a:xfrm>
              <a:off x="56088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36"/>
            <p:cNvSpPr/>
            <p:nvPr/>
          </p:nvSpPr>
          <p:spPr>
            <a:xfrm>
              <a:off x="5608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p36"/>
            <p:cNvSpPr/>
            <p:nvPr/>
          </p:nvSpPr>
          <p:spPr>
            <a:xfrm>
              <a:off x="5608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p36"/>
            <p:cNvSpPr/>
            <p:nvPr/>
          </p:nvSpPr>
          <p:spPr>
            <a:xfrm>
              <a:off x="5608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p36"/>
            <p:cNvSpPr/>
            <p:nvPr/>
          </p:nvSpPr>
          <p:spPr>
            <a:xfrm>
              <a:off x="56088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7" name="Google Shape;2497;p36"/>
            <p:cNvSpPr/>
            <p:nvPr/>
          </p:nvSpPr>
          <p:spPr>
            <a:xfrm>
              <a:off x="5608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8" name="Google Shape;2498;p36"/>
            <p:cNvSpPr/>
            <p:nvPr/>
          </p:nvSpPr>
          <p:spPr>
            <a:xfrm>
              <a:off x="56088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9" name="Google Shape;2499;p36"/>
            <p:cNvSpPr/>
            <p:nvPr/>
          </p:nvSpPr>
          <p:spPr>
            <a:xfrm>
              <a:off x="56088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0" name="Google Shape;2500;p36"/>
            <p:cNvSpPr/>
            <p:nvPr/>
          </p:nvSpPr>
          <p:spPr>
            <a:xfrm>
              <a:off x="56088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1" name="Google Shape;2501;p36"/>
            <p:cNvSpPr/>
            <p:nvPr/>
          </p:nvSpPr>
          <p:spPr>
            <a:xfrm>
              <a:off x="5608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2" name="Google Shape;2502;p36"/>
            <p:cNvSpPr/>
            <p:nvPr/>
          </p:nvSpPr>
          <p:spPr>
            <a:xfrm>
              <a:off x="56088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3" name="Google Shape;2503;p36"/>
            <p:cNvSpPr/>
            <p:nvPr/>
          </p:nvSpPr>
          <p:spPr>
            <a:xfrm>
              <a:off x="5608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p36"/>
            <p:cNvSpPr/>
            <p:nvPr/>
          </p:nvSpPr>
          <p:spPr>
            <a:xfrm>
              <a:off x="5608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p36"/>
            <p:cNvSpPr/>
            <p:nvPr/>
          </p:nvSpPr>
          <p:spPr>
            <a:xfrm>
              <a:off x="57593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p36"/>
            <p:cNvSpPr/>
            <p:nvPr/>
          </p:nvSpPr>
          <p:spPr>
            <a:xfrm>
              <a:off x="57593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p36"/>
            <p:cNvSpPr/>
            <p:nvPr/>
          </p:nvSpPr>
          <p:spPr>
            <a:xfrm>
              <a:off x="57593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8" name="Google Shape;2508;p36"/>
            <p:cNvSpPr/>
            <p:nvPr/>
          </p:nvSpPr>
          <p:spPr>
            <a:xfrm>
              <a:off x="57593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p36"/>
            <p:cNvSpPr/>
            <p:nvPr/>
          </p:nvSpPr>
          <p:spPr>
            <a:xfrm>
              <a:off x="57593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p36"/>
            <p:cNvSpPr/>
            <p:nvPr/>
          </p:nvSpPr>
          <p:spPr>
            <a:xfrm>
              <a:off x="57593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p36"/>
            <p:cNvSpPr/>
            <p:nvPr/>
          </p:nvSpPr>
          <p:spPr>
            <a:xfrm>
              <a:off x="57593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p36"/>
            <p:cNvSpPr/>
            <p:nvPr/>
          </p:nvSpPr>
          <p:spPr>
            <a:xfrm>
              <a:off x="57593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36"/>
            <p:cNvSpPr/>
            <p:nvPr/>
          </p:nvSpPr>
          <p:spPr>
            <a:xfrm>
              <a:off x="57593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p36"/>
            <p:cNvSpPr/>
            <p:nvPr/>
          </p:nvSpPr>
          <p:spPr>
            <a:xfrm>
              <a:off x="57593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p36"/>
            <p:cNvSpPr/>
            <p:nvPr/>
          </p:nvSpPr>
          <p:spPr>
            <a:xfrm>
              <a:off x="57593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36"/>
            <p:cNvSpPr/>
            <p:nvPr/>
          </p:nvSpPr>
          <p:spPr>
            <a:xfrm>
              <a:off x="5909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p36"/>
            <p:cNvSpPr/>
            <p:nvPr/>
          </p:nvSpPr>
          <p:spPr>
            <a:xfrm>
              <a:off x="59098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36"/>
            <p:cNvSpPr/>
            <p:nvPr/>
          </p:nvSpPr>
          <p:spPr>
            <a:xfrm>
              <a:off x="59098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36"/>
            <p:cNvSpPr/>
            <p:nvPr/>
          </p:nvSpPr>
          <p:spPr>
            <a:xfrm>
              <a:off x="60603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36"/>
            <p:cNvSpPr/>
            <p:nvPr/>
          </p:nvSpPr>
          <p:spPr>
            <a:xfrm>
              <a:off x="62108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p36"/>
            <p:cNvSpPr/>
            <p:nvPr/>
          </p:nvSpPr>
          <p:spPr>
            <a:xfrm>
              <a:off x="6210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36"/>
            <p:cNvSpPr/>
            <p:nvPr/>
          </p:nvSpPr>
          <p:spPr>
            <a:xfrm>
              <a:off x="65119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3" name="Google Shape;2523;p36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2524" name="Google Shape;2524;p36"/>
            <p:cNvSpPr/>
            <p:nvPr/>
          </p:nvSpPr>
          <p:spPr>
            <a:xfrm>
              <a:off x="57593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p36"/>
            <p:cNvSpPr/>
            <p:nvPr/>
          </p:nvSpPr>
          <p:spPr>
            <a:xfrm>
              <a:off x="57593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p36"/>
            <p:cNvSpPr/>
            <p:nvPr/>
          </p:nvSpPr>
          <p:spPr>
            <a:xfrm>
              <a:off x="57593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7" name="Google Shape;2527;p36"/>
            <p:cNvSpPr/>
            <p:nvPr/>
          </p:nvSpPr>
          <p:spPr>
            <a:xfrm>
              <a:off x="57593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8" name="Google Shape;2528;p36"/>
            <p:cNvSpPr/>
            <p:nvPr/>
          </p:nvSpPr>
          <p:spPr>
            <a:xfrm>
              <a:off x="57593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9" name="Google Shape;2529;p36"/>
            <p:cNvSpPr/>
            <p:nvPr/>
          </p:nvSpPr>
          <p:spPr>
            <a:xfrm>
              <a:off x="57593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0" name="Google Shape;2530;p36"/>
            <p:cNvSpPr/>
            <p:nvPr/>
          </p:nvSpPr>
          <p:spPr>
            <a:xfrm>
              <a:off x="57593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p36"/>
            <p:cNvSpPr/>
            <p:nvPr/>
          </p:nvSpPr>
          <p:spPr>
            <a:xfrm>
              <a:off x="59098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p36"/>
            <p:cNvSpPr/>
            <p:nvPr/>
          </p:nvSpPr>
          <p:spPr>
            <a:xfrm>
              <a:off x="5909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3" name="Google Shape;2533;p36"/>
            <p:cNvSpPr/>
            <p:nvPr/>
          </p:nvSpPr>
          <p:spPr>
            <a:xfrm>
              <a:off x="59098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p36"/>
            <p:cNvSpPr/>
            <p:nvPr/>
          </p:nvSpPr>
          <p:spPr>
            <a:xfrm>
              <a:off x="59098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p36"/>
            <p:cNvSpPr/>
            <p:nvPr/>
          </p:nvSpPr>
          <p:spPr>
            <a:xfrm>
              <a:off x="5909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p36"/>
            <p:cNvSpPr/>
            <p:nvPr/>
          </p:nvSpPr>
          <p:spPr>
            <a:xfrm>
              <a:off x="59098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p36"/>
            <p:cNvSpPr/>
            <p:nvPr/>
          </p:nvSpPr>
          <p:spPr>
            <a:xfrm>
              <a:off x="59098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p36"/>
            <p:cNvSpPr/>
            <p:nvPr/>
          </p:nvSpPr>
          <p:spPr>
            <a:xfrm>
              <a:off x="59098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9" name="Google Shape;2539;p36"/>
            <p:cNvSpPr/>
            <p:nvPr/>
          </p:nvSpPr>
          <p:spPr>
            <a:xfrm>
              <a:off x="5909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0" name="Google Shape;2540;p36"/>
            <p:cNvSpPr/>
            <p:nvPr/>
          </p:nvSpPr>
          <p:spPr>
            <a:xfrm>
              <a:off x="59098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1" name="Google Shape;2541;p36"/>
            <p:cNvSpPr/>
            <p:nvPr/>
          </p:nvSpPr>
          <p:spPr>
            <a:xfrm>
              <a:off x="59098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2" name="Google Shape;2542;p36"/>
            <p:cNvSpPr/>
            <p:nvPr/>
          </p:nvSpPr>
          <p:spPr>
            <a:xfrm>
              <a:off x="59098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p36"/>
            <p:cNvSpPr/>
            <p:nvPr/>
          </p:nvSpPr>
          <p:spPr>
            <a:xfrm>
              <a:off x="59098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4" name="Google Shape;2544;p36"/>
            <p:cNvSpPr/>
            <p:nvPr/>
          </p:nvSpPr>
          <p:spPr>
            <a:xfrm>
              <a:off x="59098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5" name="Google Shape;2545;p36"/>
            <p:cNvSpPr/>
            <p:nvPr/>
          </p:nvSpPr>
          <p:spPr>
            <a:xfrm>
              <a:off x="5909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6" name="Google Shape;2546;p36"/>
            <p:cNvSpPr/>
            <p:nvPr/>
          </p:nvSpPr>
          <p:spPr>
            <a:xfrm>
              <a:off x="5909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7" name="Google Shape;2547;p36"/>
            <p:cNvSpPr/>
            <p:nvPr/>
          </p:nvSpPr>
          <p:spPr>
            <a:xfrm>
              <a:off x="59098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p36"/>
            <p:cNvSpPr/>
            <p:nvPr/>
          </p:nvSpPr>
          <p:spPr>
            <a:xfrm>
              <a:off x="5909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p36"/>
            <p:cNvSpPr/>
            <p:nvPr/>
          </p:nvSpPr>
          <p:spPr>
            <a:xfrm>
              <a:off x="59098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p36"/>
            <p:cNvSpPr/>
            <p:nvPr/>
          </p:nvSpPr>
          <p:spPr>
            <a:xfrm>
              <a:off x="60603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36"/>
            <p:cNvSpPr/>
            <p:nvPr/>
          </p:nvSpPr>
          <p:spPr>
            <a:xfrm>
              <a:off x="6060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p36"/>
            <p:cNvSpPr/>
            <p:nvPr/>
          </p:nvSpPr>
          <p:spPr>
            <a:xfrm>
              <a:off x="60603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36"/>
            <p:cNvSpPr/>
            <p:nvPr/>
          </p:nvSpPr>
          <p:spPr>
            <a:xfrm>
              <a:off x="60603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36"/>
            <p:cNvSpPr/>
            <p:nvPr/>
          </p:nvSpPr>
          <p:spPr>
            <a:xfrm>
              <a:off x="60603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p36"/>
            <p:cNvSpPr/>
            <p:nvPr/>
          </p:nvSpPr>
          <p:spPr>
            <a:xfrm>
              <a:off x="6060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p36"/>
            <p:cNvSpPr/>
            <p:nvPr/>
          </p:nvSpPr>
          <p:spPr>
            <a:xfrm>
              <a:off x="60603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p36"/>
            <p:cNvSpPr/>
            <p:nvPr/>
          </p:nvSpPr>
          <p:spPr>
            <a:xfrm>
              <a:off x="60603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p36"/>
            <p:cNvSpPr/>
            <p:nvPr/>
          </p:nvSpPr>
          <p:spPr>
            <a:xfrm>
              <a:off x="60603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36"/>
            <p:cNvSpPr/>
            <p:nvPr/>
          </p:nvSpPr>
          <p:spPr>
            <a:xfrm>
              <a:off x="60603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p36"/>
            <p:cNvSpPr/>
            <p:nvPr/>
          </p:nvSpPr>
          <p:spPr>
            <a:xfrm>
              <a:off x="6060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p36"/>
            <p:cNvSpPr/>
            <p:nvPr/>
          </p:nvSpPr>
          <p:spPr>
            <a:xfrm>
              <a:off x="60603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p36"/>
            <p:cNvSpPr/>
            <p:nvPr/>
          </p:nvSpPr>
          <p:spPr>
            <a:xfrm>
              <a:off x="60603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p36"/>
            <p:cNvSpPr/>
            <p:nvPr/>
          </p:nvSpPr>
          <p:spPr>
            <a:xfrm>
              <a:off x="60603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36"/>
            <p:cNvSpPr/>
            <p:nvPr/>
          </p:nvSpPr>
          <p:spPr>
            <a:xfrm>
              <a:off x="60603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36"/>
            <p:cNvSpPr/>
            <p:nvPr/>
          </p:nvSpPr>
          <p:spPr>
            <a:xfrm>
              <a:off x="60603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36"/>
            <p:cNvSpPr/>
            <p:nvPr/>
          </p:nvSpPr>
          <p:spPr>
            <a:xfrm>
              <a:off x="60603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p36"/>
            <p:cNvSpPr/>
            <p:nvPr/>
          </p:nvSpPr>
          <p:spPr>
            <a:xfrm>
              <a:off x="60603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p36"/>
            <p:cNvSpPr/>
            <p:nvPr/>
          </p:nvSpPr>
          <p:spPr>
            <a:xfrm>
              <a:off x="60603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p36"/>
            <p:cNvSpPr/>
            <p:nvPr/>
          </p:nvSpPr>
          <p:spPr>
            <a:xfrm>
              <a:off x="60603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p36"/>
            <p:cNvSpPr/>
            <p:nvPr/>
          </p:nvSpPr>
          <p:spPr>
            <a:xfrm>
              <a:off x="60603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p36"/>
            <p:cNvSpPr/>
            <p:nvPr/>
          </p:nvSpPr>
          <p:spPr>
            <a:xfrm>
              <a:off x="60603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p36"/>
            <p:cNvSpPr/>
            <p:nvPr/>
          </p:nvSpPr>
          <p:spPr>
            <a:xfrm>
              <a:off x="6060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p36"/>
            <p:cNvSpPr/>
            <p:nvPr/>
          </p:nvSpPr>
          <p:spPr>
            <a:xfrm>
              <a:off x="60603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36"/>
            <p:cNvSpPr/>
            <p:nvPr/>
          </p:nvSpPr>
          <p:spPr>
            <a:xfrm>
              <a:off x="60603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36"/>
            <p:cNvSpPr/>
            <p:nvPr/>
          </p:nvSpPr>
          <p:spPr>
            <a:xfrm>
              <a:off x="60603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36"/>
            <p:cNvSpPr/>
            <p:nvPr/>
          </p:nvSpPr>
          <p:spPr>
            <a:xfrm>
              <a:off x="62108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p36"/>
            <p:cNvSpPr/>
            <p:nvPr/>
          </p:nvSpPr>
          <p:spPr>
            <a:xfrm>
              <a:off x="62108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36"/>
            <p:cNvSpPr/>
            <p:nvPr/>
          </p:nvSpPr>
          <p:spPr>
            <a:xfrm>
              <a:off x="62108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p36"/>
            <p:cNvSpPr/>
            <p:nvPr/>
          </p:nvSpPr>
          <p:spPr>
            <a:xfrm>
              <a:off x="6210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p36"/>
            <p:cNvSpPr/>
            <p:nvPr/>
          </p:nvSpPr>
          <p:spPr>
            <a:xfrm>
              <a:off x="62108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p36"/>
            <p:cNvSpPr/>
            <p:nvPr/>
          </p:nvSpPr>
          <p:spPr>
            <a:xfrm>
              <a:off x="62108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p36"/>
            <p:cNvSpPr/>
            <p:nvPr/>
          </p:nvSpPr>
          <p:spPr>
            <a:xfrm>
              <a:off x="62108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36"/>
            <p:cNvSpPr/>
            <p:nvPr/>
          </p:nvSpPr>
          <p:spPr>
            <a:xfrm>
              <a:off x="62108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p36"/>
            <p:cNvSpPr/>
            <p:nvPr/>
          </p:nvSpPr>
          <p:spPr>
            <a:xfrm>
              <a:off x="6210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p36"/>
            <p:cNvSpPr/>
            <p:nvPr/>
          </p:nvSpPr>
          <p:spPr>
            <a:xfrm>
              <a:off x="62108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6" name="Google Shape;2586;p36"/>
            <p:cNvSpPr/>
            <p:nvPr/>
          </p:nvSpPr>
          <p:spPr>
            <a:xfrm>
              <a:off x="62108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7" name="Google Shape;2587;p36"/>
            <p:cNvSpPr/>
            <p:nvPr/>
          </p:nvSpPr>
          <p:spPr>
            <a:xfrm>
              <a:off x="62108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8" name="Google Shape;2588;p36"/>
            <p:cNvSpPr/>
            <p:nvPr/>
          </p:nvSpPr>
          <p:spPr>
            <a:xfrm>
              <a:off x="62108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36"/>
            <p:cNvSpPr/>
            <p:nvPr/>
          </p:nvSpPr>
          <p:spPr>
            <a:xfrm>
              <a:off x="62108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p36"/>
            <p:cNvSpPr/>
            <p:nvPr/>
          </p:nvSpPr>
          <p:spPr>
            <a:xfrm>
              <a:off x="62108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p36"/>
            <p:cNvSpPr/>
            <p:nvPr/>
          </p:nvSpPr>
          <p:spPr>
            <a:xfrm>
              <a:off x="62108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p36"/>
            <p:cNvSpPr/>
            <p:nvPr/>
          </p:nvSpPr>
          <p:spPr>
            <a:xfrm>
              <a:off x="6210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3" name="Google Shape;2593;p36"/>
            <p:cNvSpPr/>
            <p:nvPr/>
          </p:nvSpPr>
          <p:spPr>
            <a:xfrm>
              <a:off x="62108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p36"/>
            <p:cNvSpPr/>
            <p:nvPr/>
          </p:nvSpPr>
          <p:spPr>
            <a:xfrm>
              <a:off x="62108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5" name="Google Shape;2595;p36"/>
            <p:cNvSpPr/>
            <p:nvPr/>
          </p:nvSpPr>
          <p:spPr>
            <a:xfrm>
              <a:off x="62108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6" name="Google Shape;2596;p36"/>
            <p:cNvSpPr/>
            <p:nvPr/>
          </p:nvSpPr>
          <p:spPr>
            <a:xfrm>
              <a:off x="63613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7" name="Google Shape;2597;p36"/>
            <p:cNvSpPr/>
            <p:nvPr/>
          </p:nvSpPr>
          <p:spPr>
            <a:xfrm>
              <a:off x="63613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8" name="Google Shape;2598;p36"/>
            <p:cNvSpPr/>
            <p:nvPr/>
          </p:nvSpPr>
          <p:spPr>
            <a:xfrm>
              <a:off x="63613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9" name="Google Shape;2599;p36"/>
            <p:cNvSpPr/>
            <p:nvPr/>
          </p:nvSpPr>
          <p:spPr>
            <a:xfrm>
              <a:off x="63613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0" name="Google Shape;2600;p36"/>
            <p:cNvSpPr/>
            <p:nvPr/>
          </p:nvSpPr>
          <p:spPr>
            <a:xfrm>
              <a:off x="63613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p36"/>
            <p:cNvSpPr/>
            <p:nvPr/>
          </p:nvSpPr>
          <p:spPr>
            <a:xfrm>
              <a:off x="63613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2" name="Google Shape;2602;p36"/>
            <p:cNvSpPr/>
            <p:nvPr/>
          </p:nvSpPr>
          <p:spPr>
            <a:xfrm>
              <a:off x="63613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3" name="Google Shape;2603;p36"/>
            <p:cNvSpPr/>
            <p:nvPr/>
          </p:nvSpPr>
          <p:spPr>
            <a:xfrm>
              <a:off x="63613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p36"/>
            <p:cNvSpPr/>
            <p:nvPr/>
          </p:nvSpPr>
          <p:spPr>
            <a:xfrm>
              <a:off x="63613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p36"/>
            <p:cNvSpPr/>
            <p:nvPr/>
          </p:nvSpPr>
          <p:spPr>
            <a:xfrm>
              <a:off x="63613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6" name="Google Shape;2606;p36"/>
            <p:cNvSpPr/>
            <p:nvPr/>
          </p:nvSpPr>
          <p:spPr>
            <a:xfrm>
              <a:off x="63613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7" name="Google Shape;2607;p36"/>
            <p:cNvSpPr/>
            <p:nvPr/>
          </p:nvSpPr>
          <p:spPr>
            <a:xfrm>
              <a:off x="63613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8" name="Google Shape;2608;p36"/>
            <p:cNvSpPr/>
            <p:nvPr/>
          </p:nvSpPr>
          <p:spPr>
            <a:xfrm>
              <a:off x="63613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9" name="Google Shape;2609;p36"/>
            <p:cNvSpPr/>
            <p:nvPr/>
          </p:nvSpPr>
          <p:spPr>
            <a:xfrm>
              <a:off x="63613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p36"/>
            <p:cNvSpPr/>
            <p:nvPr/>
          </p:nvSpPr>
          <p:spPr>
            <a:xfrm>
              <a:off x="63613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p36"/>
            <p:cNvSpPr/>
            <p:nvPr/>
          </p:nvSpPr>
          <p:spPr>
            <a:xfrm>
              <a:off x="63613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p36"/>
            <p:cNvSpPr/>
            <p:nvPr/>
          </p:nvSpPr>
          <p:spPr>
            <a:xfrm>
              <a:off x="63613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p36"/>
            <p:cNvSpPr/>
            <p:nvPr/>
          </p:nvSpPr>
          <p:spPr>
            <a:xfrm>
              <a:off x="63613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p36"/>
            <p:cNvSpPr/>
            <p:nvPr/>
          </p:nvSpPr>
          <p:spPr>
            <a:xfrm>
              <a:off x="65119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p36"/>
            <p:cNvSpPr/>
            <p:nvPr/>
          </p:nvSpPr>
          <p:spPr>
            <a:xfrm>
              <a:off x="65119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p36"/>
            <p:cNvSpPr/>
            <p:nvPr/>
          </p:nvSpPr>
          <p:spPr>
            <a:xfrm>
              <a:off x="65119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p36"/>
            <p:cNvSpPr/>
            <p:nvPr/>
          </p:nvSpPr>
          <p:spPr>
            <a:xfrm>
              <a:off x="65119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p36"/>
            <p:cNvSpPr/>
            <p:nvPr/>
          </p:nvSpPr>
          <p:spPr>
            <a:xfrm>
              <a:off x="65119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9" name="Google Shape;2619;p36"/>
            <p:cNvSpPr/>
            <p:nvPr/>
          </p:nvSpPr>
          <p:spPr>
            <a:xfrm>
              <a:off x="65119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0" name="Google Shape;2620;p36"/>
            <p:cNvSpPr/>
            <p:nvPr/>
          </p:nvSpPr>
          <p:spPr>
            <a:xfrm>
              <a:off x="65119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1" name="Google Shape;2621;p36"/>
            <p:cNvSpPr/>
            <p:nvPr/>
          </p:nvSpPr>
          <p:spPr>
            <a:xfrm>
              <a:off x="65119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2" name="Google Shape;2622;p36"/>
            <p:cNvSpPr/>
            <p:nvPr/>
          </p:nvSpPr>
          <p:spPr>
            <a:xfrm>
              <a:off x="66624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p36"/>
            <p:cNvSpPr/>
            <p:nvPr/>
          </p:nvSpPr>
          <p:spPr>
            <a:xfrm>
              <a:off x="66624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4" name="Google Shape;2624;p36"/>
            <p:cNvSpPr/>
            <p:nvPr/>
          </p:nvSpPr>
          <p:spPr>
            <a:xfrm>
              <a:off x="66624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5" name="Google Shape;2625;p36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2626" name="Google Shape;2626;p36"/>
            <p:cNvSpPr/>
            <p:nvPr/>
          </p:nvSpPr>
          <p:spPr>
            <a:xfrm>
              <a:off x="56088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7" name="Google Shape;2627;p36"/>
            <p:cNvSpPr/>
            <p:nvPr/>
          </p:nvSpPr>
          <p:spPr>
            <a:xfrm>
              <a:off x="5608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8" name="Google Shape;2628;p36"/>
            <p:cNvSpPr/>
            <p:nvPr/>
          </p:nvSpPr>
          <p:spPr>
            <a:xfrm>
              <a:off x="5608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p36"/>
            <p:cNvSpPr/>
            <p:nvPr/>
          </p:nvSpPr>
          <p:spPr>
            <a:xfrm>
              <a:off x="5608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p36"/>
            <p:cNvSpPr/>
            <p:nvPr/>
          </p:nvSpPr>
          <p:spPr>
            <a:xfrm>
              <a:off x="57593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1" name="Google Shape;2631;p36"/>
            <p:cNvSpPr/>
            <p:nvPr/>
          </p:nvSpPr>
          <p:spPr>
            <a:xfrm>
              <a:off x="57593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p36"/>
            <p:cNvSpPr/>
            <p:nvPr/>
          </p:nvSpPr>
          <p:spPr>
            <a:xfrm>
              <a:off x="57593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p36"/>
            <p:cNvSpPr/>
            <p:nvPr/>
          </p:nvSpPr>
          <p:spPr>
            <a:xfrm>
              <a:off x="57593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p36"/>
            <p:cNvSpPr/>
            <p:nvPr/>
          </p:nvSpPr>
          <p:spPr>
            <a:xfrm>
              <a:off x="57593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5" name="Google Shape;2635;p36"/>
            <p:cNvSpPr/>
            <p:nvPr/>
          </p:nvSpPr>
          <p:spPr>
            <a:xfrm>
              <a:off x="57593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6" name="Google Shape;2636;p36"/>
            <p:cNvSpPr/>
            <p:nvPr/>
          </p:nvSpPr>
          <p:spPr>
            <a:xfrm>
              <a:off x="57593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7" name="Google Shape;2637;p36"/>
            <p:cNvSpPr/>
            <p:nvPr/>
          </p:nvSpPr>
          <p:spPr>
            <a:xfrm>
              <a:off x="57593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8" name="Google Shape;2638;p36"/>
            <p:cNvSpPr/>
            <p:nvPr/>
          </p:nvSpPr>
          <p:spPr>
            <a:xfrm>
              <a:off x="57593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9" name="Google Shape;2639;p36"/>
            <p:cNvSpPr/>
            <p:nvPr/>
          </p:nvSpPr>
          <p:spPr>
            <a:xfrm>
              <a:off x="57593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0" name="Google Shape;2640;p36"/>
            <p:cNvSpPr/>
            <p:nvPr/>
          </p:nvSpPr>
          <p:spPr>
            <a:xfrm>
              <a:off x="57593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1" name="Google Shape;2641;p36"/>
            <p:cNvSpPr/>
            <p:nvPr/>
          </p:nvSpPr>
          <p:spPr>
            <a:xfrm>
              <a:off x="57593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2" name="Google Shape;2642;p36"/>
            <p:cNvSpPr/>
            <p:nvPr/>
          </p:nvSpPr>
          <p:spPr>
            <a:xfrm>
              <a:off x="57593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p36"/>
            <p:cNvSpPr/>
            <p:nvPr/>
          </p:nvSpPr>
          <p:spPr>
            <a:xfrm>
              <a:off x="57593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p36"/>
            <p:cNvSpPr/>
            <p:nvPr/>
          </p:nvSpPr>
          <p:spPr>
            <a:xfrm>
              <a:off x="57593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p36"/>
            <p:cNvSpPr/>
            <p:nvPr/>
          </p:nvSpPr>
          <p:spPr>
            <a:xfrm>
              <a:off x="57593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p36"/>
            <p:cNvSpPr/>
            <p:nvPr/>
          </p:nvSpPr>
          <p:spPr>
            <a:xfrm>
              <a:off x="57593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p36"/>
            <p:cNvSpPr/>
            <p:nvPr/>
          </p:nvSpPr>
          <p:spPr>
            <a:xfrm>
              <a:off x="5909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p36"/>
            <p:cNvSpPr/>
            <p:nvPr/>
          </p:nvSpPr>
          <p:spPr>
            <a:xfrm>
              <a:off x="59098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9" name="Google Shape;2649;p36"/>
            <p:cNvSpPr/>
            <p:nvPr/>
          </p:nvSpPr>
          <p:spPr>
            <a:xfrm>
              <a:off x="59098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p36"/>
            <p:cNvSpPr/>
            <p:nvPr/>
          </p:nvSpPr>
          <p:spPr>
            <a:xfrm>
              <a:off x="59098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p36"/>
            <p:cNvSpPr/>
            <p:nvPr/>
          </p:nvSpPr>
          <p:spPr>
            <a:xfrm>
              <a:off x="59098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p36"/>
            <p:cNvSpPr/>
            <p:nvPr/>
          </p:nvSpPr>
          <p:spPr>
            <a:xfrm>
              <a:off x="59098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3" name="Google Shape;2653;p36"/>
            <p:cNvSpPr/>
            <p:nvPr/>
          </p:nvSpPr>
          <p:spPr>
            <a:xfrm>
              <a:off x="5909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4" name="Google Shape;2654;p36"/>
            <p:cNvSpPr/>
            <p:nvPr/>
          </p:nvSpPr>
          <p:spPr>
            <a:xfrm>
              <a:off x="59098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p36"/>
            <p:cNvSpPr/>
            <p:nvPr/>
          </p:nvSpPr>
          <p:spPr>
            <a:xfrm>
              <a:off x="59098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p36"/>
            <p:cNvSpPr/>
            <p:nvPr/>
          </p:nvSpPr>
          <p:spPr>
            <a:xfrm>
              <a:off x="59098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7" name="Google Shape;2657;p36"/>
            <p:cNvSpPr/>
            <p:nvPr/>
          </p:nvSpPr>
          <p:spPr>
            <a:xfrm>
              <a:off x="59098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8" name="Google Shape;2658;p36"/>
            <p:cNvSpPr/>
            <p:nvPr/>
          </p:nvSpPr>
          <p:spPr>
            <a:xfrm>
              <a:off x="59098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9" name="Google Shape;2659;p36"/>
            <p:cNvSpPr/>
            <p:nvPr/>
          </p:nvSpPr>
          <p:spPr>
            <a:xfrm>
              <a:off x="5909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0" name="Google Shape;2660;p36"/>
            <p:cNvSpPr/>
            <p:nvPr/>
          </p:nvSpPr>
          <p:spPr>
            <a:xfrm>
              <a:off x="60603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1" name="Google Shape;2661;p36"/>
            <p:cNvSpPr/>
            <p:nvPr/>
          </p:nvSpPr>
          <p:spPr>
            <a:xfrm>
              <a:off x="60603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2" name="Google Shape;2662;p36"/>
            <p:cNvSpPr/>
            <p:nvPr/>
          </p:nvSpPr>
          <p:spPr>
            <a:xfrm>
              <a:off x="60603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3" name="Google Shape;2663;p36"/>
            <p:cNvSpPr/>
            <p:nvPr/>
          </p:nvSpPr>
          <p:spPr>
            <a:xfrm>
              <a:off x="60603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4" name="Google Shape;2664;p36"/>
            <p:cNvSpPr/>
            <p:nvPr/>
          </p:nvSpPr>
          <p:spPr>
            <a:xfrm>
              <a:off x="60603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5" name="Google Shape;2665;p36"/>
            <p:cNvSpPr/>
            <p:nvPr/>
          </p:nvSpPr>
          <p:spPr>
            <a:xfrm>
              <a:off x="60603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6" name="Google Shape;2666;p36"/>
            <p:cNvSpPr/>
            <p:nvPr/>
          </p:nvSpPr>
          <p:spPr>
            <a:xfrm>
              <a:off x="60603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7" name="Google Shape;2667;p36"/>
            <p:cNvSpPr/>
            <p:nvPr/>
          </p:nvSpPr>
          <p:spPr>
            <a:xfrm>
              <a:off x="60603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8" name="Google Shape;2668;p36"/>
            <p:cNvSpPr/>
            <p:nvPr/>
          </p:nvSpPr>
          <p:spPr>
            <a:xfrm>
              <a:off x="6210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9" name="Google Shape;2669;p36"/>
            <p:cNvSpPr/>
            <p:nvPr/>
          </p:nvSpPr>
          <p:spPr>
            <a:xfrm>
              <a:off x="62108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0" name="Google Shape;2670;p36"/>
            <p:cNvSpPr/>
            <p:nvPr/>
          </p:nvSpPr>
          <p:spPr>
            <a:xfrm>
              <a:off x="62108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1" name="Google Shape;2671;p36"/>
            <p:cNvSpPr/>
            <p:nvPr/>
          </p:nvSpPr>
          <p:spPr>
            <a:xfrm>
              <a:off x="6210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2" name="Google Shape;2672;p36"/>
            <p:cNvSpPr/>
            <p:nvPr/>
          </p:nvSpPr>
          <p:spPr>
            <a:xfrm>
              <a:off x="62108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3" name="Google Shape;2673;p36"/>
            <p:cNvSpPr/>
            <p:nvPr/>
          </p:nvSpPr>
          <p:spPr>
            <a:xfrm>
              <a:off x="63613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4" name="Google Shape;2674;p36"/>
            <p:cNvSpPr/>
            <p:nvPr/>
          </p:nvSpPr>
          <p:spPr>
            <a:xfrm>
              <a:off x="63613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5" name="Google Shape;2675;p36"/>
            <p:cNvSpPr/>
            <p:nvPr/>
          </p:nvSpPr>
          <p:spPr>
            <a:xfrm>
              <a:off x="66624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76" name="Shape 2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7" name="Google Shape;2677;p37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678" name="Google Shape;2678;p37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679" name="Google Shape;2679;p37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2680" name="Google Shape;2680;p37"/>
            <p:cNvSpPr/>
            <p:nvPr/>
          </p:nvSpPr>
          <p:spPr>
            <a:xfrm>
              <a:off x="53078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1" name="Google Shape;2681;p37"/>
            <p:cNvSpPr/>
            <p:nvPr/>
          </p:nvSpPr>
          <p:spPr>
            <a:xfrm>
              <a:off x="53078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2" name="Google Shape;2682;p37"/>
            <p:cNvSpPr/>
            <p:nvPr/>
          </p:nvSpPr>
          <p:spPr>
            <a:xfrm>
              <a:off x="53078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3" name="Google Shape;2683;p37"/>
            <p:cNvSpPr/>
            <p:nvPr/>
          </p:nvSpPr>
          <p:spPr>
            <a:xfrm>
              <a:off x="53078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4" name="Google Shape;2684;p37"/>
            <p:cNvSpPr/>
            <p:nvPr/>
          </p:nvSpPr>
          <p:spPr>
            <a:xfrm>
              <a:off x="53078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5" name="Google Shape;2685;p37"/>
            <p:cNvSpPr/>
            <p:nvPr/>
          </p:nvSpPr>
          <p:spPr>
            <a:xfrm>
              <a:off x="53078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6" name="Google Shape;2686;p37"/>
            <p:cNvSpPr/>
            <p:nvPr/>
          </p:nvSpPr>
          <p:spPr>
            <a:xfrm>
              <a:off x="53078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7" name="Google Shape;2687;p37"/>
            <p:cNvSpPr/>
            <p:nvPr/>
          </p:nvSpPr>
          <p:spPr>
            <a:xfrm>
              <a:off x="53078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8" name="Google Shape;2688;p37"/>
            <p:cNvSpPr/>
            <p:nvPr/>
          </p:nvSpPr>
          <p:spPr>
            <a:xfrm>
              <a:off x="53078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9" name="Google Shape;2689;p37"/>
            <p:cNvSpPr/>
            <p:nvPr/>
          </p:nvSpPr>
          <p:spPr>
            <a:xfrm>
              <a:off x="53078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0" name="Google Shape;2690;p37"/>
            <p:cNvSpPr/>
            <p:nvPr/>
          </p:nvSpPr>
          <p:spPr>
            <a:xfrm>
              <a:off x="53078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1" name="Google Shape;2691;p37"/>
            <p:cNvSpPr/>
            <p:nvPr/>
          </p:nvSpPr>
          <p:spPr>
            <a:xfrm>
              <a:off x="53078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2" name="Google Shape;2692;p37"/>
            <p:cNvSpPr/>
            <p:nvPr/>
          </p:nvSpPr>
          <p:spPr>
            <a:xfrm>
              <a:off x="53078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3" name="Google Shape;2693;p37"/>
            <p:cNvSpPr/>
            <p:nvPr/>
          </p:nvSpPr>
          <p:spPr>
            <a:xfrm>
              <a:off x="53078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4" name="Google Shape;2694;p37"/>
            <p:cNvSpPr/>
            <p:nvPr/>
          </p:nvSpPr>
          <p:spPr>
            <a:xfrm>
              <a:off x="53078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5" name="Google Shape;2695;p37"/>
            <p:cNvSpPr/>
            <p:nvPr/>
          </p:nvSpPr>
          <p:spPr>
            <a:xfrm>
              <a:off x="53078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6" name="Google Shape;2696;p37"/>
            <p:cNvSpPr/>
            <p:nvPr/>
          </p:nvSpPr>
          <p:spPr>
            <a:xfrm>
              <a:off x="53078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7" name="Google Shape;2697;p37"/>
            <p:cNvSpPr/>
            <p:nvPr/>
          </p:nvSpPr>
          <p:spPr>
            <a:xfrm>
              <a:off x="53078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8" name="Google Shape;2698;p37"/>
            <p:cNvSpPr/>
            <p:nvPr/>
          </p:nvSpPr>
          <p:spPr>
            <a:xfrm>
              <a:off x="53078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9" name="Google Shape;2699;p37"/>
            <p:cNvSpPr/>
            <p:nvPr/>
          </p:nvSpPr>
          <p:spPr>
            <a:xfrm>
              <a:off x="53078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0" name="Google Shape;2700;p37"/>
            <p:cNvSpPr/>
            <p:nvPr/>
          </p:nvSpPr>
          <p:spPr>
            <a:xfrm>
              <a:off x="53078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1" name="Google Shape;2701;p37"/>
            <p:cNvSpPr/>
            <p:nvPr/>
          </p:nvSpPr>
          <p:spPr>
            <a:xfrm>
              <a:off x="53078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2" name="Google Shape;2702;p37"/>
            <p:cNvSpPr/>
            <p:nvPr/>
          </p:nvSpPr>
          <p:spPr>
            <a:xfrm>
              <a:off x="53078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3" name="Google Shape;2703;p37"/>
            <p:cNvSpPr/>
            <p:nvPr/>
          </p:nvSpPr>
          <p:spPr>
            <a:xfrm>
              <a:off x="53078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4" name="Google Shape;2704;p37"/>
            <p:cNvSpPr/>
            <p:nvPr/>
          </p:nvSpPr>
          <p:spPr>
            <a:xfrm>
              <a:off x="53078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5" name="Google Shape;2705;p37"/>
            <p:cNvSpPr/>
            <p:nvPr/>
          </p:nvSpPr>
          <p:spPr>
            <a:xfrm>
              <a:off x="53078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6" name="Google Shape;2706;p37"/>
            <p:cNvSpPr/>
            <p:nvPr/>
          </p:nvSpPr>
          <p:spPr>
            <a:xfrm>
              <a:off x="53078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7" name="Google Shape;2707;p37"/>
            <p:cNvSpPr/>
            <p:nvPr/>
          </p:nvSpPr>
          <p:spPr>
            <a:xfrm>
              <a:off x="53078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8" name="Google Shape;2708;p37"/>
            <p:cNvSpPr/>
            <p:nvPr/>
          </p:nvSpPr>
          <p:spPr>
            <a:xfrm>
              <a:off x="53078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9" name="Google Shape;2709;p37"/>
            <p:cNvSpPr/>
            <p:nvPr/>
          </p:nvSpPr>
          <p:spPr>
            <a:xfrm>
              <a:off x="53078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0" name="Google Shape;2710;p37"/>
            <p:cNvSpPr/>
            <p:nvPr/>
          </p:nvSpPr>
          <p:spPr>
            <a:xfrm>
              <a:off x="53078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1" name="Google Shape;2711;p37"/>
            <p:cNvSpPr/>
            <p:nvPr/>
          </p:nvSpPr>
          <p:spPr>
            <a:xfrm>
              <a:off x="53078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2" name="Google Shape;2712;p37"/>
            <p:cNvSpPr/>
            <p:nvPr/>
          </p:nvSpPr>
          <p:spPr>
            <a:xfrm>
              <a:off x="53078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3" name="Google Shape;2713;p37"/>
            <p:cNvSpPr/>
            <p:nvPr/>
          </p:nvSpPr>
          <p:spPr>
            <a:xfrm>
              <a:off x="53078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4" name="Google Shape;2714;p37"/>
            <p:cNvSpPr/>
            <p:nvPr/>
          </p:nvSpPr>
          <p:spPr>
            <a:xfrm>
              <a:off x="53078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5" name="Google Shape;2715;p37"/>
            <p:cNvSpPr/>
            <p:nvPr/>
          </p:nvSpPr>
          <p:spPr>
            <a:xfrm>
              <a:off x="5458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6" name="Google Shape;2716;p37"/>
            <p:cNvSpPr/>
            <p:nvPr/>
          </p:nvSpPr>
          <p:spPr>
            <a:xfrm>
              <a:off x="5458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7" name="Google Shape;2717;p37"/>
            <p:cNvSpPr/>
            <p:nvPr/>
          </p:nvSpPr>
          <p:spPr>
            <a:xfrm>
              <a:off x="5458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8" name="Google Shape;2718;p37"/>
            <p:cNvSpPr/>
            <p:nvPr/>
          </p:nvSpPr>
          <p:spPr>
            <a:xfrm>
              <a:off x="5458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9" name="Google Shape;2719;p37"/>
            <p:cNvSpPr/>
            <p:nvPr/>
          </p:nvSpPr>
          <p:spPr>
            <a:xfrm>
              <a:off x="54583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0" name="Google Shape;2720;p37"/>
            <p:cNvSpPr/>
            <p:nvPr/>
          </p:nvSpPr>
          <p:spPr>
            <a:xfrm>
              <a:off x="5458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1" name="Google Shape;2721;p37"/>
            <p:cNvSpPr/>
            <p:nvPr/>
          </p:nvSpPr>
          <p:spPr>
            <a:xfrm>
              <a:off x="5458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2" name="Google Shape;2722;p37"/>
            <p:cNvSpPr/>
            <p:nvPr/>
          </p:nvSpPr>
          <p:spPr>
            <a:xfrm>
              <a:off x="5458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3" name="Google Shape;2723;p37"/>
            <p:cNvSpPr/>
            <p:nvPr/>
          </p:nvSpPr>
          <p:spPr>
            <a:xfrm>
              <a:off x="5458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4" name="Google Shape;2724;p37"/>
            <p:cNvSpPr/>
            <p:nvPr/>
          </p:nvSpPr>
          <p:spPr>
            <a:xfrm>
              <a:off x="5458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5" name="Google Shape;2725;p37"/>
            <p:cNvSpPr/>
            <p:nvPr/>
          </p:nvSpPr>
          <p:spPr>
            <a:xfrm>
              <a:off x="54583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6" name="Google Shape;2726;p37"/>
            <p:cNvSpPr/>
            <p:nvPr/>
          </p:nvSpPr>
          <p:spPr>
            <a:xfrm>
              <a:off x="5458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7" name="Google Shape;2727;p37"/>
            <p:cNvSpPr/>
            <p:nvPr/>
          </p:nvSpPr>
          <p:spPr>
            <a:xfrm>
              <a:off x="5458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8" name="Google Shape;2728;p37"/>
            <p:cNvSpPr/>
            <p:nvPr/>
          </p:nvSpPr>
          <p:spPr>
            <a:xfrm>
              <a:off x="5458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9" name="Google Shape;2729;p37"/>
            <p:cNvSpPr/>
            <p:nvPr/>
          </p:nvSpPr>
          <p:spPr>
            <a:xfrm>
              <a:off x="54583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0" name="Google Shape;2730;p37"/>
            <p:cNvSpPr/>
            <p:nvPr/>
          </p:nvSpPr>
          <p:spPr>
            <a:xfrm>
              <a:off x="5458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1" name="Google Shape;2731;p37"/>
            <p:cNvSpPr/>
            <p:nvPr/>
          </p:nvSpPr>
          <p:spPr>
            <a:xfrm>
              <a:off x="5458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2" name="Google Shape;2732;p37"/>
            <p:cNvSpPr/>
            <p:nvPr/>
          </p:nvSpPr>
          <p:spPr>
            <a:xfrm>
              <a:off x="5458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3" name="Google Shape;2733;p37"/>
            <p:cNvSpPr/>
            <p:nvPr/>
          </p:nvSpPr>
          <p:spPr>
            <a:xfrm>
              <a:off x="54583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4" name="Google Shape;2734;p37"/>
            <p:cNvSpPr/>
            <p:nvPr/>
          </p:nvSpPr>
          <p:spPr>
            <a:xfrm>
              <a:off x="5458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5" name="Google Shape;2735;p37"/>
            <p:cNvSpPr/>
            <p:nvPr/>
          </p:nvSpPr>
          <p:spPr>
            <a:xfrm>
              <a:off x="5458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6" name="Google Shape;2736;p37"/>
            <p:cNvSpPr/>
            <p:nvPr/>
          </p:nvSpPr>
          <p:spPr>
            <a:xfrm>
              <a:off x="54583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7" name="Google Shape;2737;p37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2738" name="Google Shape;2738;p37"/>
            <p:cNvSpPr/>
            <p:nvPr/>
          </p:nvSpPr>
          <p:spPr>
            <a:xfrm>
              <a:off x="54583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9" name="Google Shape;2739;p37"/>
            <p:cNvSpPr/>
            <p:nvPr/>
          </p:nvSpPr>
          <p:spPr>
            <a:xfrm>
              <a:off x="5458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0" name="Google Shape;2740;p37"/>
            <p:cNvSpPr/>
            <p:nvPr/>
          </p:nvSpPr>
          <p:spPr>
            <a:xfrm>
              <a:off x="54583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1" name="Google Shape;2741;p37"/>
            <p:cNvSpPr/>
            <p:nvPr/>
          </p:nvSpPr>
          <p:spPr>
            <a:xfrm>
              <a:off x="5458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2" name="Google Shape;2742;p37"/>
            <p:cNvSpPr/>
            <p:nvPr/>
          </p:nvSpPr>
          <p:spPr>
            <a:xfrm>
              <a:off x="54583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3" name="Google Shape;2743;p37"/>
            <p:cNvSpPr/>
            <p:nvPr/>
          </p:nvSpPr>
          <p:spPr>
            <a:xfrm>
              <a:off x="5458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4" name="Google Shape;2744;p37"/>
            <p:cNvSpPr/>
            <p:nvPr/>
          </p:nvSpPr>
          <p:spPr>
            <a:xfrm>
              <a:off x="5458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5" name="Google Shape;2745;p37"/>
            <p:cNvSpPr/>
            <p:nvPr/>
          </p:nvSpPr>
          <p:spPr>
            <a:xfrm>
              <a:off x="5458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6" name="Google Shape;2746;p37"/>
            <p:cNvSpPr/>
            <p:nvPr/>
          </p:nvSpPr>
          <p:spPr>
            <a:xfrm>
              <a:off x="5458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7" name="Google Shape;2747;p37"/>
            <p:cNvSpPr/>
            <p:nvPr/>
          </p:nvSpPr>
          <p:spPr>
            <a:xfrm>
              <a:off x="5458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8" name="Google Shape;2748;p37"/>
            <p:cNvSpPr/>
            <p:nvPr/>
          </p:nvSpPr>
          <p:spPr>
            <a:xfrm>
              <a:off x="5458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9" name="Google Shape;2749;p37"/>
            <p:cNvSpPr/>
            <p:nvPr/>
          </p:nvSpPr>
          <p:spPr>
            <a:xfrm>
              <a:off x="5458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0" name="Google Shape;2750;p37"/>
            <p:cNvSpPr/>
            <p:nvPr/>
          </p:nvSpPr>
          <p:spPr>
            <a:xfrm>
              <a:off x="5458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1" name="Google Shape;2751;p37"/>
            <p:cNvSpPr/>
            <p:nvPr/>
          </p:nvSpPr>
          <p:spPr>
            <a:xfrm>
              <a:off x="5608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2" name="Google Shape;2752;p37"/>
            <p:cNvSpPr/>
            <p:nvPr/>
          </p:nvSpPr>
          <p:spPr>
            <a:xfrm>
              <a:off x="56088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3" name="Google Shape;2753;p37"/>
            <p:cNvSpPr/>
            <p:nvPr/>
          </p:nvSpPr>
          <p:spPr>
            <a:xfrm>
              <a:off x="5608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4" name="Google Shape;2754;p37"/>
            <p:cNvSpPr/>
            <p:nvPr/>
          </p:nvSpPr>
          <p:spPr>
            <a:xfrm>
              <a:off x="56088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5" name="Google Shape;2755;p37"/>
            <p:cNvSpPr/>
            <p:nvPr/>
          </p:nvSpPr>
          <p:spPr>
            <a:xfrm>
              <a:off x="5608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6" name="Google Shape;2756;p37"/>
            <p:cNvSpPr/>
            <p:nvPr/>
          </p:nvSpPr>
          <p:spPr>
            <a:xfrm>
              <a:off x="56088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7" name="Google Shape;2757;p37"/>
            <p:cNvSpPr/>
            <p:nvPr/>
          </p:nvSpPr>
          <p:spPr>
            <a:xfrm>
              <a:off x="56088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8" name="Google Shape;2758;p37"/>
            <p:cNvSpPr/>
            <p:nvPr/>
          </p:nvSpPr>
          <p:spPr>
            <a:xfrm>
              <a:off x="5608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9" name="Google Shape;2759;p37"/>
            <p:cNvSpPr/>
            <p:nvPr/>
          </p:nvSpPr>
          <p:spPr>
            <a:xfrm>
              <a:off x="5608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0" name="Google Shape;2760;p37"/>
            <p:cNvSpPr/>
            <p:nvPr/>
          </p:nvSpPr>
          <p:spPr>
            <a:xfrm>
              <a:off x="56088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1" name="Google Shape;2761;p37"/>
            <p:cNvSpPr/>
            <p:nvPr/>
          </p:nvSpPr>
          <p:spPr>
            <a:xfrm>
              <a:off x="56088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2" name="Google Shape;2762;p37"/>
            <p:cNvSpPr/>
            <p:nvPr/>
          </p:nvSpPr>
          <p:spPr>
            <a:xfrm>
              <a:off x="56088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3" name="Google Shape;2763;p37"/>
            <p:cNvSpPr/>
            <p:nvPr/>
          </p:nvSpPr>
          <p:spPr>
            <a:xfrm>
              <a:off x="5608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4" name="Google Shape;2764;p37"/>
            <p:cNvSpPr/>
            <p:nvPr/>
          </p:nvSpPr>
          <p:spPr>
            <a:xfrm>
              <a:off x="56088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5" name="Google Shape;2765;p37"/>
            <p:cNvSpPr/>
            <p:nvPr/>
          </p:nvSpPr>
          <p:spPr>
            <a:xfrm>
              <a:off x="5608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6" name="Google Shape;2766;p37"/>
            <p:cNvSpPr/>
            <p:nvPr/>
          </p:nvSpPr>
          <p:spPr>
            <a:xfrm>
              <a:off x="5608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7" name="Google Shape;2767;p37"/>
            <p:cNvSpPr/>
            <p:nvPr/>
          </p:nvSpPr>
          <p:spPr>
            <a:xfrm>
              <a:off x="5608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8" name="Google Shape;2768;p37"/>
            <p:cNvSpPr/>
            <p:nvPr/>
          </p:nvSpPr>
          <p:spPr>
            <a:xfrm>
              <a:off x="56088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9" name="Google Shape;2769;p37"/>
            <p:cNvSpPr/>
            <p:nvPr/>
          </p:nvSpPr>
          <p:spPr>
            <a:xfrm>
              <a:off x="56088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0" name="Google Shape;2770;p37"/>
            <p:cNvSpPr/>
            <p:nvPr/>
          </p:nvSpPr>
          <p:spPr>
            <a:xfrm>
              <a:off x="5608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p37"/>
            <p:cNvSpPr/>
            <p:nvPr/>
          </p:nvSpPr>
          <p:spPr>
            <a:xfrm>
              <a:off x="5608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2" name="Google Shape;2772;p37"/>
            <p:cNvSpPr/>
            <p:nvPr/>
          </p:nvSpPr>
          <p:spPr>
            <a:xfrm>
              <a:off x="5608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3" name="Google Shape;2773;p37"/>
            <p:cNvSpPr/>
            <p:nvPr/>
          </p:nvSpPr>
          <p:spPr>
            <a:xfrm>
              <a:off x="56088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4" name="Google Shape;2774;p37"/>
            <p:cNvSpPr/>
            <p:nvPr/>
          </p:nvSpPr>
          <p:spPr>
            <a:xfrm>
              <a:off x="5608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5" name="Google Shape;2775;p37"/>
            <p:cNvSpPr/>
            <p:nvPr/>
          </p:nvSpPr>
          <p:spPr>
            <a:xfrm>
              <a:off x="56088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6" name="Google Shape;2776;p37"/>
            <p:cNvSpPr/>
            <p:nvPr/>
          </p:nvSpPr>
          <p:spPr>
            <a:xfrm>
              <a:off x="56088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7" name="Google Shape;2777;p37"/>
            <p:cNvSpPr/>
            <p:nvPr/>
          </p:nvSpPr>
          <p:spPr>
            <a:xfrm>
              <a:off x="56088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p37"/>
            <p:cNvSpPr/>
            <p:nvPr/>
          </p:nvSpPr>
          <p:spPr>
            <a:xfrm>
              <a:off x="5608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9" name="Google Shape;2779;p37"/>
            <p:cNvSpPr/>
            <p:nvPr/>
          </p:nvSpPr>
          <p:spPr>
            <a:xfrm>
              <a:off x="56088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0" name="Google Shape;2780;p37"/>
            <p:cNvSpPr/>
            <p:nvPr/>
          </p:nvSpPr>
          <p:spPr>
            <a:xfrm>
              <a:off x="5608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1" name="Google Shape;2781;p37"/>
            <p:cNvSpPr/>
            <p:nvPr/>
          </p:nvSpPr>
          <p:spPr>
            <a:xfrm>
              <a:off x="5608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p37"/>
            <p:cNvSpPr/>
            <p:nvPr/>
          </p:nvSpPr>
          <p:spPr>
            <a:xfrm>
              <a:off x="57593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37"/>
            <p:cNvSpPr/>
            <p:nvPr/>
          </p:nvSpPr>
          <p:spPr>
            <a:xfrm>
              <a:off x="57593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4" name="Google Shape;2784;p37"/>
            <p:cNvSpPr/>
            <p:nvPr/>
          </p:nvSpPr>
          <p:spPr>
            <a:xfrm>
              <a:off x="57593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5" name="Google Shape;2785;p37"/>
            <p:cNvSpPr/>
            <p:nvPr/>
          </p:nvSpPr>
          <p:spPr>
            <a:xfrm>
              <a:off x="57593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6" name="Google Shape;2786;p37"/>
            <p:cNvSpPr/>
            <p:nvPr/>
          </p:nvSpPr>
          <p:spPr>
            <a:xfrm>
              <a:off x="57593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7" name="Google Shape;2787;p37"/>
            <p:cNvSpPr/>
            <p:nvPr/>
          </p:nvSpPr>
          <p:spPr>
            <a:xfrm>
              <a:off x="57593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8" name="Google Shape;2788;p37"/>
            <p:cNvSpPr/>
            <p:nvPr/>
          </p:nvSpPr>
          <p:spPr>
            <a:xfrm>
              <a:off x="57593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9" name="Google Shape;2789;p37"/>
            <p:cNvSpPr/>
            <p:nvPr/>
          </p:nvSpPr>
          <p:spPr>
            <a:xfrm>
              <a:off x="57593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p37"/>
            <p:cNvSpPr/>
            <p:nvPr/>
          </p:nvSpPr>
          <p:spPr>
            <a:xfrm>
              <a:off x="57593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p37"/>
            <p:cNvSpPr/>
            <p:nvPr/>
          </p:nvSpPr>
          <p:spPr>
            <a:xfrm>
              <a:off x="57593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37"/>
            <p:cNvSpPr/>
            <p:nvPr/>
          </p:nvSpPr>
          <p:spPr>
            <a:xfrm>
              <a:off x="57593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37"/>
            <p:cNvSpPr/>
            <p:nvPr/>
          </p:nvSpPr>
          <p:spPr>
            <a:xfrm>
              <a:off x="5909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37"/>
            <p:cNvSpPr/>
            <p:nvPr/>
          </p:nvSpPr>
          <p:spPr>
            <a:xfrm>
              <a:off x="59098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p37"/>
            <p:cNvSpPr/>
            <p:nvPr/>
          </p:nvSpPr>
          <p:spPr>
            <a:xfrm>
              <a:off x="59098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37"/>
            <p:cNvSpPr/>
            <p:nvPr/>
          </p:nvSpPr>
          <p:spPr>
            <a:xfrm>
              <a:off x="60603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p37"/>
            <p:cNvSpPr/>
            <p:nvPr/>
          </p:nvSpPr>
          <p:spPr>
            <a:xfrm>
              <a:off x="62108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p37"/>
            <p:cNvSpPr/>
            <p:nvPr/>
          </p:nvSpPr>
          <p:spPr>
            <a:xfrm>
              <a:off x="6210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37"/>
            <p:cNvSpPr/>
            <p:nvPr/>
          </p:nvSpPr>
          <p:spPr>
            <a:xfrm>
              <a:off x="65119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0" name="Google Shape;2800;p37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2801" name="Google Shape;2801;p37"/>
            <p:cNvSpPr/>
            <p:nvPr/>
          </p:nvSpPr>
          <p:spPr>
            <a:xfrm>
              <a:off x="57593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2" name="Google Shape;2802;p37"/>
            <p:cNvSpPr/>
            <p:nvPr/>
          </p:nvSpPr>
          <p:spPr>
            <a:xfrm>
              <a:off x="57593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3" name="Google Shape;2803;p37"/>
            <p:cNvSpPr/>
            <p:nvPr/>
          </p:nvSpPr>
          <p:spPr>
            <a:xfrm>
              <a:off x="57593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4" name="Google Shape;2804;p37"/>
            <p:cNvSpPr/>
            <p:nvPr/>
          </p:nvSpPr>
          <p:spPr>
            <a:xfrm>
              <a:off x="57593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5" name="Google Shape;2805;p37"/>
            <p:cNvSpPr/>
            <p:nvPr/>
          </p:nvSpPr>
          <p:spPr>
            <a:xfrm>
              <a:off x="57593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6" name="Google Shape;2806;p37"/>
            <p:cNvSpPr/>
            <p:nvPr/>
          </p:nvSpPr>
          <p:spPr>
            <a:xfrm>
              <a:off x="57593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p37"/>
            <p:cNvSpPr/>
            <p:nvPr/>
          </p:nvSpPr>
          <p:spPr>
            <a:xfrm>
              <a:off x="57593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p37"/>
            <p:cNvSpPr/>
            <p:nvPr/>
          </p:nvSpPr>
          <p:spPr>
            <a:xfrm>
              <a:off x="59098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p37"/>
            <p:cNvSpPr/>
            <p:nvPr/>
          </p:nvSpPr>
          <p:spPr>
            <a:xfrm>
              <a:off x="5909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0" name="Google Shape;2810;p37"/>
            <p:cNvSpPr/>
            <p:nvPr/>
          </p:nvSpPr>
          <p:spPr>
            <a:xfrm>
              <a:off x="59098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1" name="Google Shape;2811;p37"/>
            <p:cNvSpPr/>
            <p:nvPr/>
          </p:nvSpPr>
          <p:spPr>
            <a:xfrm>
              <a:off x="59098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2" name="Google Shape;2812;p37"/>
            <p:cNvSpPr/>
            <p:nvPr/>
          </p:nvSpPr>
          <p:spPr>
            <a:xfrm>
              <a:off x="5909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3" name="Google Shape;2813;p37"/>
            <p:cNvSpPr/>
            <p:nvPr/>
          </p:nvSpPr>
          <p:spPr>
            <a:xfrm>
              <a:off x="59098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p37"/>
            <p:cNvSpPr/>
            <p:nvPr/>
          </p:nvSpPr>
          <p:spPr>
            <a:xfrm>
              <a:off x="59098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5" name="Google Shape;2815;p37"/>
            <p:cNvSpPr/>
            <p:nvPr/>
          </p:nvSpPr>
          <p:spPr>
            <a:xfrm>
              <a:off x="59098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p37"/>
            <p:cNvSpPr/>
            <p:nvPr/>
          </p:nvSpPr>
          <p:spPr>
            <a:xfrm>
              <a:off x="5909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p37"/>
            <p:cNvSpPr/>
            <p:nvPr/>
          </p:nvSpPr>
          <p:spPr>
            <a:xfrm>
              <a:off x="59098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p37"/>
            <p:cNvSpPr/>
            <p:nvPr/>
          </p:nvSpPr>
          <p:spPr>
            <a:xfrm>
              <a:off x="59098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p37"/>
            <p:cNvSpPr/>
            <p:nvPr/>
          </p:nvSpPr>
          <p:spPr>
            <a:xfrm>
              <a:off x="59098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p37"/>
            <p:cNvSpPr/>
            <p:nvPr/>
          </p:nvSpPr>
          <p:spPr>
            <a:xfrm>
              <a:off x="59098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p37"/>
            <p:cNvSpPr/>
            <p:nvPr/>
          </p:nvSpPr>
          <p:spPr>
            <a:xfrm>
              <a:off x="59098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p37"/>
            <p:cNvSpPr/>
            <p:nvPr/>
          </p:nvSpPr>
          <p:spPr>
            <a:xfrm>
              <a:off x="5909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p37"/>
            <p:cNvSpPr/>
            <p:nvPr/>
          </p:nvSpPr>
          <p:spPr>
            <a:xfrm>
              <a:off x="5909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p37"/>
            <p:cNvSpPr/>
            <p:nvPr/>
          </p:nvSpPr>
          <p:spPr>
            <a:xfrm>
              <a:off x="59098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p37"/>
            <p:cNvSpPr/>
            <p:nvPr/>
          </p:nvSpPr>
          <p:spPr>
            <a:xfrm>
              <a:off x="5909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59098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60603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6060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60603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60603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37"/>
            <p:cNvSpPr/>
            <p:nvPr/>
          </p:nvSpPr>
          <p:spPr>
            <a:xfrm>
              <a:off x="60603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37"/>
            <p:cNvSpPr/>
            <p:nvPr/>
          </p:nvSpPr>
          <p:spPr>
            <a:xfrm>
              <a:off x="6060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37"/>
            <p:cNvSpPr/>
            <p:nvPr/>
          </p:nvSpPr>
          <p:spPr>
            <a:xfrm>
              <a:off x="60603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4" name="Google Shape;2834;p37"/>
            <p:cNvSpPr/>
            <p:nvPr/>
          </p:nvSpPr>
          <p:spPr>
            <a:xfrm>
              <a:off x="60603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p37"/>
            <p:cNvSpPr/>
            <p:nvPr/>
          </p:nvSpPr>
          <p:spPr>
            <a:xfrm>
              <a:off x="60603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6" name="Google Shape;2836;p37"/>
            <p:cNvSpPr/>
            <p:nvPr/>
          </p:nvSpPr>
          <p:spPr>
            <a:xfrm>
              <a:off x="60603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p37"/>
            <p:cNvSpPr/>
            <p:nvPr/>
          </p:nvSpPr>
          <p:spPr>
            <a:xfrm>
              <a:off x="6060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8" name="Google Shape;2838;p37"/>
            <p:cNvSpPr/>
            <p:nvPr/>
          </p:nvSpPr>
          <p:spPr>
            <a:xfrm>
              <a:off x="60603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9" name="Google Shape;2839;p37"/>
            <p:cNvSpPr/>
            <p:nvPr/>
          </p:nvSpPr>
          <p:spPr>
            <a:xfrm>
              <a:off x="60603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p37"/>
            <p:cNvSpPr/>
            <p:nvPr/>
          </p:nvSpPr>
          <p:spPr>
            <a:xfrm>
              <a:off x="60603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p37"/>
            <p:cNvSpPr/>
            <p:nvPr/>
          </p:nvSpPr>
          <p:spPr>
            <a:xfrm>
              <a:off x="60603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p37"/>
            <p:cNvSpPr/>
            <p:nvPr/>
          </p:nvSpPr>
          <p:spPr>
            <a:xfrm>
              <a:off x="60603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p37"/>
            <p:cNvSpPr/>
            <p:nvPr/>
          </p:nvSpPr>
          <p:spPr>
            <a:xfrm>
              <a:off x="60603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4" name="Google Shape;2844;p37"/>
            <p:cNvSpPr/>
            <p:nvPr/>
          </p:nvSpPr>
          <p:spPr>
            <a:xfrm>
              <a:off x="60603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5" name="Google Shape;2845;p37"/>
            <p:cNvSpPr/>
            <p:nvPr/>
          </p:nvSpPr>
          <p:spPr>
            <a:xfrm>
              <a:off x="60603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6" name="Google Shape;2846;p37"/>
            <p:cNvSpPr/>
            <p:nvPr/>
          </p:nvSpPr>
          <p:spPr>
            <a:xfrm>
              <a:off x="60603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7" name="Google Shape;2847;p37"/>
            <p:cNvSpPr/>
            <p:nvPr/>
          </p:nvSpPr>
          <p:spPr>
            <a:xfrm>
              <a:off x="60603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8" name="Google Shape;2848;p37"/>
            <p:cNvSpPr/>
            <p:nvPr/>
          </p:nvSpPr>
          <p:spPr>
            <a:xfrm>
              <a:off x="60603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9" name="Google Shape;2849;p37"/>
            <p:cNvSpPr/>
            <p:nvPr/>
          </p:nvSpPr>
          <p:spPr>
            <a:xfrm>
              <a:off x="6060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0" name="Google Shape;2850;p37"/>
            <p:cNvSpPr/>
            <p:nvPr/>
          </p:nvSpPr>
          <p:spPr>
            <a:xfrm>
              <a:off x="60603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p37"/>
            <p:cNvSpPr/>
            <p:nvPr/>
          </p:nvSpPr>
          <p:spPr>
            <a:xfrm>
              <a:off x="60603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37"/>
            <p:cNvSpPr/>
            <p:nvPr/>
          </p:nvSpPr>
          <p:spPr>
            <a:xfrm>
              <a:off x="60603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p37"/>
            <p:cNvSpPr/>
            <p:nvPr/>
          </p:nvSpPr>
          <p:spPr>
            <a:xfrm>
              <a:off x="62108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4" name="Google Shape;2854;p37"/>
            <p:cNvSpPr/>
            <p:nvPr/>
          </p:nvSpPr>
          <p:spPr>
            <a:xfrm>
              <a:off x="62108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p37"/>
            <p:cNvSpPr/>
            <p:nvPr/>
          </p:nvSpPr>
          <p:spPr>
            <a:xfrm>
              <a:off x="62108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p37"/>
            <p:cNvSpPr/>
            <p:nvPr/>
          </p:nvSpPr>
          <p:spPr>
            <a:xfrm>
              <a:off x="6210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p37"/>
            <p:cNvSpPr/>
            <p:nvPr/>
          </p:nvSpPr>
          <p:spPr>
            <a:xfrm>
              <a:off x="62108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p37"/>
            <p:cNvSpPr/>
            <p:nvPr/>
          </p:nvSpPr>
          <p:spPr>
            <a:xfrm>
              <a:off x="62108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9" name="Google Shape;2859;p37"/>
            <p:cNvSpPr/>
            <p:nvPr/>
          </p:nvSpPr>
          <p:spPr>
            <a:xfrm>
              <a:off x="62108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0" name="Google Shape;2860;p37"/>
            <p:cNvSpPr/>
            <p:nvPr/>
          </p:nvSpPr>
          <p:spPr>
            <a:xfrm>
              <a:off x="62108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p37"/>
            <p:cNvSpPr/>
            <p:nvPr/>
          </p:nvSpPr>
          <p:spPr>
            <a:xfrm>
              <a:off x="6210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p37"/>
            <p:cNvSpPr/>
            <p:nvPr/>
          </p:nvSpPr>
          <p:spPr>
            <a:xfrm>
              <a:off x="62108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37"/>
            <p:cNvSpPr/>
            <p:nvPr/>
          </p:nvSpPr>
          <p:spPr>
            <a:xfrm>
              <a:off x="62108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p37"/>
            <p:cNvSpPr/>
            <p:nvPr/>
          </p:nvSpPr>
          <p:spPr>
            <a:xfrm>
              <a:off x="62108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p37"/>
            <p:cNvSpPr/>
            <p:nvPr/>
          </p:nvSpPr>
          <p:spPr>
            <a:xfrm>
              <a:off x="62108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p37"/>
            <p:cNvSpPr/>
            <p:nvPr/>
          </p:nvSpPr>
          <p:spPr>
            <a:xfrm>
              <a:off x="62108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p37"/>
            <p:cNvSpPr/>
            <p:nvPr/>
          </p:nvSpPr>
          <p:spPr>
            <a:xfrm>
              <a:off x="62108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37"/>
            <p:cNvSpPr/>
            <p:nvPr/>
          </p:nvSpPr>
          <p:spPr>
            <a:xfrm>
              <a:off x="62108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37"/>
            <p:cNvSpPr/>
            <p:nvPr/>
          </p:nvSpPr>
          <p:spPr>
            <a:xfrm>
              <a:off x="6210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37"/>
            <p:cNvSpPr/>
            <p:nvPr/>
          </p:nvSpPr>
          <p:spPr>
            <a:xfrm>
              <a:off x="62108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p37"/>
            <p:cNvSpPr/>
            <p:nvPr/>
          </p:nvSpPr>
          <p:spPr>
            <a:xfrm>
              <a:off x="62108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p37"/>
            <p:cNvSpPr/>
            <p:nvPr/>
          </p:nvSpPr>
          <p:spPr>
            <a:xfrm>
              <a:off x="62108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p37"/>
            <p:cNvSpPr/>
            <p:nvPr/>
          </p:nvSpPr>
          <p:spPr>
            <a:xfrm>
              <a:off x="63613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37"/>
            <p:cNvSpPr/>
            <p:nvPr/>
          </p:nvSpPr>
          <p:spPr>
            <a:xfrm>
              <a:off x="63613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p37"/>
            <p:cNvSpPr/>
            <p:nvPr/>
          </p:nvSpPr>
          <p:spPr>
            <a:xfrm>
              <a:off x="63613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p37"/>
            <p:cNvSpPr/>
            <p:nvPr/>
          </p:nvSpPr>
          <p:spPr>
            <a:xfrm>
              <a:off x="63613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p37"/>
            <p:cNvSpPr/>
            <p:nvPr/>
          </p:nvSpPr>
          <p:spPr>
            <a:xfrm>
              <a:off x="63613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p37"/>
            <p:cNvSpPr/>
            <p:nvPr/>
          </p:nvSpPr>
          <p:spPr>
            <a:xfrm>
              <a:off x="63613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p37"/>
            <p:cNvSpPr/>
            <p:nvPr/>
          </p:nvSpPr>
          <p:spPr>
            <a:xfrm>
              <a:off x="63613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37"/>
            <p:cNvSpPr/>
            <p:nvPr/>
          </p:nvSpPr>
          <p:spPr>
            <a:xfrm>
              <a:off x="63613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1" name="Google Shape;2881;p37"/>
            <p:cNvSpPr/>
            <p:nvPr/>
          </p:nvSpPr>
          <p:spPr>
            <a:xfrm>
              <a:off x="63613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2" name="Google Shape;2882;p37"/>
            <p:cNvSpPr/>
            <p:nvPr/>
          </p:nvSpPr>
          <p:spPr>
            <a:xfrm>
              <a:off x="63613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p37"/>
            <p:cNvSpPr/>
            <p:nvPr/>
          </p:nvSpPr>
          <p:spPr>
            <a:xfrm>
              <a:off x="63613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4" name="Google Shape;2884;p37"/>
            <p:cNvSpPr/>
            <p:nvPr/>
          </p:nvSpPr>
          <p:spPr>
            <a:xfrm>
              <a:off x="63613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p37"/>
            <p:cNvSpPr/>
            <p:nvPr/>
          </p:nvSpPr>
          <p:spPr>
            <a:xfrm>
              <a:off x="63613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p37"/>
            <p:cNvSpPr/>
            <p:nvPr/>
          </p:nvSpPr>
          <p:spPr>
            <a:xfrm>
              <a:off x="63613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p37"/>
            <p:cNvSpPr/>
            <p:nvPr/>
          </p:nvSpPr>
          <p:spPr>
            <a:xfrm>
              <a:off x="63613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p37"/>
            <p:cNvSpPr/>
            <p:nvPr/>
          </p:nvSpPr>
          <p:spPr>
            <a:xfrm>
              <a:off x="63613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37"/>
            <p:cNvSpPr/>
            <p:nvPr/>
          </p:nvSpPr>
          <p:spPr>
            <a:xfrm>
              <a:off x="63613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0" name="Google Shape;2890;p37"/>
            <p:cNvSpPr/>
            <p:nvPr/>
          </p:nvSpPr>
          <p:spPr>
            <a:xfrm>
              <a:off x="63613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p37"/>
            <p:cNvSpPr/>
            <p:nvPr/>
          </p:nvSpPr>
          <p:spPr>
            <a:xfrm>
              <a:off x="65119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p37"/>
            <p:cNvSpPr/>
            <p:nvPr/>
          </p:nvSpPr>
          <p:spPr>
            <a:xfrm>
              <a:off x="65119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p37"/>
            <p:cNvSpPr/>
            <p:nvPr/>
          </p:nvSpPr>
          <p:spPr>
            <a:xfrm>
              <a:off x="65119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37"/>
            <p:cNvSpPr/>
            <p:nvPr/>
          </p:nvSpPr>
          <p:spPr>
            <a:xfrm>
              <a:off x="65119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37"/>
            <p:cNvSpPr/>
            <p:nvPr/>
          </p:nvSpPr>
          <p:spPr>
            <a:xfrm>
              <a:off x="65119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37"/>
            <p:cNvSpPr/>
            <p:nvPr/>
          </p:nvSpPr>
          <p:spPr>
            <a:xfrm>
              <a:off x="65119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37"/>
            <p:cNvSpPr/>
            <p:nvPr/>
          </p:nvSpPr>
          <p:spPr>
            <a:xfrm>
              <a:off x="65119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37"/>
            <p:cNvSpPr/>
            <p:nvPr/>
          </p:nvSpPr>
          <p:spPr>
            <a:xfrm>
              <a:off x="65119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37"/>
            <p:cNvSpPr/>
            <p:nvPr/>
          </p:nvSpPr>
          <p:spPr>
            <a:xfrm>
              <a:off x="66624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p37"/>
            <p:cNvSpPr/>
            <p:nvPr/>
          </p:nvSpPr>
          <p:spPr>
            <a:xfrm>
              <a:off x="66624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p37"/>
            <p:cNvSpPr/>
            <p:nvPr/>
          </p:nvSpPr>
          <p:spPr>
            <a:xfrm>
              <a:off x="66624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2" name="Google Shape;2902;p37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2903" name="Google Shape;2903;p37"/>
            <p:cNvSpPr/>
            <p:nvPr/>
          </p:nvSpPr>
          <p:spPr>
            <a:xfrm>
              <a:off x="56088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4" name="Google Shape;2904;p37"/>
            <p:cNvSpPr/>
            <p:nvPr/>
          </p:nvSpPr>
          <p:spPr>
            <a:xfrm>
              <a:off x="5608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5" name="Google Shape;2905;p37"/>
            <p:cNvSpPr/>
            <p:nvPr/>
          </p:nvSpPr>
          <p:spPr>
            <a:xfrm>
              <a:off x="5608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6" name="Google Shape;2906;p37"/>
            <p:cNvSpPr/>
            <p:nvPr/>
          </p:nvSpPr>
          <p:spPr>
            <a:xfrm>
              <a:off x="5608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p37"/>
            <p:cNvSpPr/>
            <p:nvPr/>
          </p:nvSpPr>
          <p:spPr>
            <a:xfrm>
              <a:off x="57593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p37"/>
            <p:cNvSpPr/>
            <p:nvPr/>
          </p:nvSpPr>
          <p:spPr>
            <a:xfrm>
              <a:off x="57593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p37"/>
            <p:cNvSpPr/>
            <p:nvPr/>
          </p:nvSpPr>
          <p:spPr>
            <a:xfrm>
              <a:off x="57593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0" name="Google Shape;2910;p37"/>
            <p:cNvSpPr/>
            <p:nvPr/>
          </p:nvSpPr>
          <p:spPr>
            <a:xfrm>
              <a:off x="57593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1" name="Google Shape;2911;p37"/>
            <p:cNvSpPr/>
            <p:nvPr/>
          </p:nvSpPr>
          <p:spPr>
            <a:xfrm>
              <a:off x="57593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2" name="Google Shape;2912;p37"/>
            <p:cNvSpPr/>
            <p:nvPr/>
          </p:nvSpPr>
          <p:spPr>
            <a:xfrm>
              <a:off x="57593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3" name="Google Shape;2913;p37"/>
            <p:cNvSpPr/>
            <p:nvPr/>
          </p:nvSpPr>
          <p:spPr>
            <a:xfrm>
              <a:off x="57593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4" name="Google Shape;2914;p37"/>
            <p:cNvSpPr/>
            <p:nvPr/>
          </p:nvSpPr>
          <p:spPr>
            <a:xfrm>
              <a:off x="57593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5" name="Google Shape;2915;p37"/>
            <p:cNvSpPr/>
            <p:nvPr/>
          </p:nvSpPr>
          <p:spPr>
            <a:xfrm>
              <a:off x="57593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6" name="Google Shape;2916;p37"/>
            <p:cNvSpPr/>
            <p:nvPr/>
          </p:nvSpPr>
          <p:spPr>
            <a:xfrm>
              <a:off x="57593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7" name="Google Shape;2917;p37"/>
            <p:cNvSpPr/>
            <p:nvPr/>
          </p:nvSpPr>
          <p:spPr>
            <a:xfrm>
              <a:off x="57593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p37"/>
            <p:cNvSpPr/>
            <p:nvPr/>
          </p:nvSpPr>
          <p:spPr>
            <a:xfrm>
              <a:off x="57593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9" name="Google Shape;2919;p37"/>
            <p:cNvSpPr/>
            <p:nvPr/>
          </p:nvSpPr>
          <p:spPr>
            <a:xfrm>
              <a:off x="57593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p37"/>
            <p:cNvSpPr/>
            <p:nvPr/>
          </p:nvSpPr>
          <p:spPr>
            <a:xfrm>
              <a:off x="57593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1" name="Google Shape;2921;p37"/>
            <p:cNvSpPr/>
            <p:nvPr/>
          </p:nvSpPr>
          <p:spPr>
            <a:xfrm>
              <a:off x="57593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2" name="Google Shape;2922;p37"/>
            <p:cNvSpPr/>
            <p:nvPr/>
          </p:nvSpPr>
          <p:spPr>
            <a:xfrm>
              <a:off x="57593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3" name="Google Shape;2923;p37"/>
            <p:cNvSpPr/>
            <p:nvPr/>
          </p:nvSpPr>
          <p:spPr>
            <a:xfrm>
              <a:off x="57593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4" name="Google Shape;2924;p37"/>
            <p:cNvSpPr/>
            <p:nvPr/>
          </p:nvSpPr>
          <p:spPr>
            <a:xfrm>
              <a:off x="5909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5" name="Google Shape;2925;p37"/>
            <p:cNvSpPr/>
            <p:nvPr/>
          </p:nvSpPr>
          <p:spPr>
            <a:xfrm>
              <a:off x="59098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p37"/>
            <p:cNvSpPr/>
            <p:nvPr/>
          </p:nvSpPr>
          <p:spPr>
            <a:xfrm>
              <a:off x="59098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p37"/>
            <p:cNvSpPr/>
            <p:nvPr/>
          </p:nvSpPr>
          <p:spPr>
            <a:xfrm>
              <a:off x="59098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p37"/>
            <p:cNvSpPr/>
            <p:nvPr/>
          </p:nvSpPr>
          <p:spPr>
            <a:xfrm>
              <a:off x="59098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p37"/>
            <p:cNvSpPr/>
            <p:nvPr/>
          </p:nvSpPr>
          <p:spPr>
            <a:xfrm>
              <a:off x="59098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p37"/>
            <p:cNvSpPr/>
            <p:nvPr/>
          </p:nvSpPr>
          <p:spPr>
            <a:xfrm>
              <a:off x="5909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p37"/>
            <p:cNvSpPr/>
            <p:nvPr/>
          </p:nvSpPr>
          <p:spPr>
            <a:xfrm>
              <a:off x="59098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p37"/>
            <p:cNvSpPr/>
            <p:nvPr/>
          </p:nvSpPr>
          <p:spPr>
            <a:xfrm>
              <a:off x="59098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3" name="Google Shape;2933;p37"/>
            <p:cNvSpPr/>
            <p:nvPr/>
          </p:nvSpPr>
          <p:spPr>
            <a:xfrm>
              <a:off x="59098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4" name="Google Shape;2934;p37"/>
            <p:cNvSpPr/>
            <p:nvPr/>
          </p:nvSpPr>
          <p:spPr>
            <a:xfrm>
              <a:off x="59098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5" name="Google Shape;2935;p37"/>
            <p:cNvSpPr/>
            <p:nvPr/>
          </p:nvSpPr>
          <p:spPr>
            <a:xfrm>
              <a:off x="59098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p37"/>
            <p:cNvSpPr/>
            <p:nvPr/>
          </p:nvSpPr>
          <p:spPr>
            <a:xfrm>
              <a:off x="5909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7" name="Google Shape;2937;p37"/>
            <p:cNvSpPr/>
            <p:nvPr/>
          </p:nvSpPr>
          <p:spPr>
            <a:xfrm>
              <a:off x="60603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8" name="Google Shape;2938;p37"/>
            <p:cNvSpPr/>
            <p:nvPr/>
          </p:nvSpPr>
          <p:spPr>
            <a:xfrm>
              <a:off x="60603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9" name="Google Shape;2939;p37"/>
            <p:cNvSpPr/>
            <p:nvPr/>
          </p:nvSpPr>
          <p:spPr>
            <a:xfrm>
              <a:off x="60603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0" name="Google Shape;2940;p37"/>
            <p:cNvSpPr/>
            <p:nvPr/>
          </p:nvSpPr>
          <p:spPr>
            <a:xfrm>
              <a:off x="60603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1" name="Google Shape;2941;p37"/>
            <p:cNvSpPr/>
            <p:nvPr/>
          </p:nvSpPr>
          <p:spPr>
            <a:xfrm>
              <a:off x="60603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2" name="Google Shape;2942;p37"/>
            <p:cNvSpPr/>
            <p:nvPr/>
          </p:nvSpPr>
          <p:spPr>
            <a:xfrm>
              <a:off x="60603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3" name="Google Shape;2943;p37"/>
            <p:cNvSpPr/>
            <p:nvPr/>
          </p:nvSpPr>
          <p:spPr>
            <a:xfrm>
              <a:off x="60603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4" name="Google Shape;2944;p37"/>
            <p:cNvSpPr/>
            <p:nvPr/>
          </p:nvSpPr>
          <p:spPr>
            <a:xfrm>
              <a:off x="60603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5" name="Google Shape;2945;p37"/>
            <p:cNvSpPr/>
            <p:nvPr/>
          </p:nvSpPr>
          <p:spPr>
            <a:xfrm>
              <a:off x="6210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6" name="Google Shape;2946;p37"/>
            <p:cNvSpPr/>
            <p:nvPr/>
          </p:nvSpPr>
          <p:spPr>
            <a:xfrm>
              <a:off x="62108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7" name="Google Shape;2947;p37"/>
            <p:cNvSpPr/>
            <p:nvPr/>
          </p:nvSpPr>
          <p:spPr>
            <a:xfrm>
              <a:off x="62108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8" name="Google Shape;2948;p37"/>
            <p:cNvSpPr/>
            <p:nvPr/>
          </p:nvSpPr>
          <p:spPr>
            <a:xfrm>
              <a:off x="6210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9" name="Google Shape;2949;p37"/>
            <p:cNvSpPr/>
            <p:nvPr/>
          </p:nvSpPr>
          <p:spPr>
            <a:xfrm>
              <a:off x="62108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0" name="Google Shape;2950;p37"/>
            <p:cNvSpPr/>
            <p:nvPr/>
          </p:nvSpPr>
          <p:spPr>
            <a:xfrm>
              <a:off x="63613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1" name="Google Shape;2951;p37"/>
            <p:cNvSpPr/>
            <p:nvPr/>
          </p:nvSpPr>
          <p:spPr>
            <a:xfrm>
              <a:off x="63613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2" name="Google Shape;2952;p37"/>
            <p:cNvSpPr/>
            <p:nvPr/>
          </p:nvSpPr>
          <p:spPr>
            <a:xfrm>
              <a:off x="66624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53" name="Shape 2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4" name="Google Shape;2954;p38"/>
          <p:cNvSpPr txBox="1"/>
          <p:nvPr>
            <p:ph idx="1" type="body"/>
          </p:nvPr>
        </p:nvSpPr>
        <p:spPr>
          <a:xfrm>
            <a:off x="624925" y="4177700"/>
            <a:ext cx="6759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955" name="Google Shape;2955;p38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56" name="Google Shape;2956;p38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2957" name="Google Shape;2957;p38"/>
            <p:cNvSpPr/>
            <p:nvPr/>
          </p:nvSpPr>
          <p:spPr>
            <a:xfrm>
              <a:off x="53078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8" name="Google Shape;2958;p38"/>
            <p:cNvSpPr/>
            <p:nvPr/>
          </p:nvSpPr>
          <p:spPr>
            <a:xfrm>
              <a:off x="53078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9" name="Google Shape;2959;p38"/>
            <p:cNvSpPr/>
            <p:nvPr/>
          </p:nvSpPr>
          <p:spPr>
            <a:xfrm>
              <a:off x="53078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0" name="Google Shape;2960;p38"/>
            <p:cNvSpPr/>
            <p:nvPr/>
          </p:nvSpPr>
          <p:spPr>
            <a:xfrm>
              <a:off x="53078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1" name="Google Shape;2961;p38"/>
            <p:cNvSpPr/>
            <p:nvPr/>
          </p:nvSpPr>
          <p:spPr>
            <a:xfrm>
              <a:off x="53078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2" name="Google Shape;2962;p38"/>
            <p:cNvSpPr/>
            <p:nvPr/>
          </p:nvSpPr>
          <p:spPr>
            <a:xfrm>
              <a:off x="53078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3" name="Google Shape;2963;p38"/>
            <p:cNvSpPr/>
            <p:nvPr/>
          </p:nvSpPr>
          <p:spPr>
            <a:xfrm>
              <a:off x="53078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4" name="Google Shape;2964;p38"/>
            <p:cNvSpPr/>
            <p:nvPr/>
          </p:nvSpPr>
          <p:spPr>
            <a:xfrm>
              <a:off x="53078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5" name="Google Shape;2965;p38"/>
            <p:cNvSpPr/>
            <p:nvPr/>
          </p:nvSpPr>
          <p:spPr>
            <a:xfrm>
              <a:off x="53078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p38"/>
            <p:cNvSpPr/>
            <p:nvPr/>
          </p:nvSpPr>
          <p:spPr>
            <a:xfrm>
              <a:off x="53078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7" name="Google Shape;2967;p38"/>
            <p:cNvSpPr/>
            <p:nvPr/>
          </p:nvSpPr>
          <p:spPr>
            <a:xfrm>
              <a:off x="53078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8" name="Google Shape;2968;p38"/>
            <p:cNvSpPr/>
            <p:nvPr/>
          </p:nvSpPr>
          <p:spPr>
            <a:xfrm>
              <a:off x="53078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9" name="Google Shape;2969;p38"/>
            <p:cNvSpPr/>
            <p:nvPr/>
          </p:nvSpPr>
          <p:spPr>
            <a:xfrm>
              <a:off x="53078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0" name="Google Shape;2970;p38"/>
            <p:cNvSpPr/>
            <p:nvPr/>
          </p:nvSpPr>
          <p:spPr>
            <a:xfrm>
              <a:off x="53078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1" name="Google Shape;2971;p38"/>
            <p:cNvSpPr/>
            <p:nvPr/>
          </p:nvSpPr>
          <p:spPr>
            <a:xfrm>
              <a:off x="53078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2" name="Google Shape;2972;p38"/>
            <p:cNvSpPr/>
            <p:nvPr/>
          </p:nvSpPr>
          <p:spPr>
            <a:xfrm>
              <a:off x="53078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3" name="Google Shape;2973;p38"/>
            <p:cNvSpPr/>
            <p:nvPr/>
          </p:nvSpPr>
          <p:spPr>
            <a:xfrm>
              <a:off x="53078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4" name="Google Shape;2974;p38"/>
            <p:cNvSpPr/>
            <p:nvPr/>
          </p:nvSpPr>
          <p:spPr>
            <a:xfrm>
              <a:off x="53078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p38"/>
            <p:cNvSpPr/>
            <p:nvPr/>
          </p:nvSpPr>
          <p:spPr>
            <a:xfrm>
              <a:off x="53078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6" name="Google Shape;2976;p38"/>
            <p:cNvSpPr/>
            <p:nvPr/>
          </p:nvSpPr>
          <p:spPr>
            <a:xfrm>
              <a:off x="53078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7" name="Google Shape;2977;p38"/>
            <p:cNvSpPr/>
            <p:nvPr/>
          </p:nvSpPr>
          <p:spPr>
            <a:xfrm>
              <a:off x="53078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p38"/>
            <p:cNvSpPr/>
            <p:nvPr/>
          </p:nvSpPr>
          <p:spPr>
            <a:xfrm>
              <a:off x="53078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9" name="Google Shape;2979;p38"/>
            <p:cNvSpPr/>
            <p:nvPr/>
          </p:nvSpPr>
          <p:spPr>
            <a:xfrm>
              <a:off x="53078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38"/>
            <p:cNvSpPr/>
            <p:nvPr/>
          </p:nvSpPr>
          <p:spPr>
            <a:xfrm>
              <a:off x="53078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p38"/>
            <p:cNvSpPr/>
            <p:nvPr/>
          </p:nvSpPr>
          <p:spPr>
            <a:xfrm>
              <a:off x="53078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p38"/>
            <p:cNvSpPr/>
            <p:nvPr/>
          </p:nvSpPr>
          <p:spPr>
            <a:xfrm>
              <a:off x="53078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p38"/>
            <p:cNvSpPr/>
            <p:nvPr/>
          </p:nvSpPr>
          <p:spPr>
            <a:xfrm>
              <a:off x="53078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p38"/>
            <p:cNvSpPr/>
            <p:nvPr/>
          </p:nvSpPr>
          <p:spPr>
            <a:xfrm>
              <a:off x="53078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5" name="Google Shape;2985;p38"/>
            <p:cNvSpPr/>
            <p:nvPr/>
          </p:nvSpPr>
          <p:spPr>
            <a:xfrm>
              <a:off x="53078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6" name="Google Shape;2986;p38"/>
            <p:cNvSpPr/>
            <p:nvPr/>
          </p:nvSpPr>
          <p:spPr>
            <a:xfrm>
              <a:off x="53078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7" name="Google Shape;2987;p38"/>
            <p:cNvSpPr/>
            <p:nvPr/>
          </p:nvSpPr>
          <p:spPr>
            <a:xfrm>
              <a:off x="53078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8" name="Google Shape;2988;p38"/>
            <p:cNvSpPr/>
            <p:nvPr/>
          </p:nvSpPr>
          <p:spPr>
            <a:xfrm>
              <a:off x="53078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9" name="Google Shape;2989;p38"/>
            <p:cNvSpPr/>
            <p:nvPr/>
          </p:nvSpPr>
          <p:spPr>
            <a:xfrm>
              <a:off x="53078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0" name="Google Shape;2990;p38"/>
            <p:cNvSpPr/>
            <p:nvPr/>
          </p:nvSpPr>
          <p:spPr>
            <a:xfrm>
              <a:off x="53078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1" name="Google Shape;2991;p38"/>
            <p:cNvSpPr/>
            <p:nvPr/>
          </p:nvSpPr>
          <p:spPr>
            <a:xfrm>
              <a:off x="53078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2" name="Google Shape;2992;p38"/>
            <p:cNvSpPr/>
            <p:nvPr/>
          </p:nvSpPr>
          <p:spPr>
            <a:xfrm>
              <a:off x="5458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3" name="Google Shape;2993;p38"/>
            <p:cNvSpPr/>
            <p:nvPr/>
          </p:nvSpPr>
          <p:spPr>
            <a:xfrm>
              <a:off x="5458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4" name="Google Shape;2994;p38"/>
            <p:cNvSpPr/>
            <p:nvPr/>
          </p:nvSpPr>
          <p:spPr>
            <a:xfrm>
              <a:off x="5458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5" name="Google Shape;2995;p38"/>
            <p:cNvSpPr/>
            <p:nvPr/>
          </p:nvSpPr>
          <p:spPr>
            <a:xfrm>
              <a:off x="5458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6" name="Google Shape;2996;p38"/>
            <p:cNvSpPr/>
            <p:nvPr/>
          </p:nvSpPr>
          <p:spPr>
            <a:xfrm>
              <a:off x="54583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7" name="Google Shape;2997;p38"/>
            <p:cNvSpPr/>
            <p:nvPr/>
          </p:nvSpPr>
          <p:spPr>
            <a:xfrm>
              <a:off x="5458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8" name="Google Shape;2998;p38"/>
            <p:cNvSpPr/>
            <p:nvPr/>
          </p:nvSpPr>
          <p:spPr>
            <a:xfrm>
              <a:off x="5458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9" name="Google Shape;2999;p38"/>
            <p:cNvSpPr/>
            <p:nvPr/>
          </p:nvSpPr>
          <p:spPr>
            <a:xfrm>
              <a:off x="5458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0" name="Google Shape;3000;p38"/>
            <p:cNvSpPr/>
            <p:nvPr/>
          </p:nvSpPr>
          <p:spPr>
            <a:xfrm>
              <a:off x="5458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1" name="Google Shape;3001;p38"/>
            <p:cNvSpPr/>
            <p:nvPr/>
          </p:nvSpPr>
          <p:spPr>
            <a:xfrm>
              <a:off x="5458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2" name="Google Shape;3002;p38"/>
            <p:cNvSpPr/>
            <p:nvPr/>
          </p:nvSpPr>
          <p:spPr>
            <a:xfrm>
              <a:off x="54583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3" name="Google Shape;3003;p38"/>
            <p:cNvSpPr/>
            <p:nvPr/>
          </p:nvSpPr>
          <p:spPr>
            <a:xfrm>
              <a:off x="5458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p38"/>
            <p:cNvSpPr/>
            <p:nvPr/>
          </p:nvSpPr>
          <p:spPr>
            <a:xfrm>
              <a:off x="5458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p38"/>
            <p:cNvSpPr/>
            <p:nvPr/>
          </p:nvSpPr>
          <p:spPr>
            <a:xfrm>
              <a:off x="5458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6" name="Google Shape;3006;p38"/>
            <p:cNvSpPr/>
            <p:nvPr/>
          </p:nvSpPr>
          <p:spPr>
            <a:xfrm>
              <a:off x="54583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7" name="Google Shape;3007;p38"/>
            <p:cNvSpPr/>
            <p:nvPr/>
          </p:nvSpPr>
          <p:spPr>
            <a:xfrm>
              <a:off x="5458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8" name="Google Shape;3008;p38"/>
            <p:cNvSpPr/>
            <p:nvPr/>
          </p:nvSpPr>
          <p:spPr>
            <a:xfrm>
              <a:off x="5458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9" name="Google Shape;3009;p38"/>
            <p:cNvSpPr/>
            <p:nvPr/>
          </p:nvSpPr>
          <p:spPr>
            <a:xfrm>
              <a:off x="5458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0" name="Google Shape;3010;p38"/>
            <p:cNvSpPr/>
            <p:nvPr/>
          </p:nvSpPr>
          <p:spPr>
            <a:xfrm>
              <a:off x="54583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1" name="Google Shape;3011;p38"/>
            <p:cNvSpPr/>
            <p:nvPr/>
          </p:nvSpPr>
          <p:spPr>
            <a:xfrm>
              <a:off x="5458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2" name="Google Shape;3012;p38"/>
            <p:cNvSpPr/>
            <p:nvPr/>
          </p:nvSpPr>
          <p:spPr>
            <a:xfrm>
              <a:off x="5458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3" name="Google Shape;3013;p38"/>
            <p:cNvSpPr/>
            <p:nvPr/>
          </p:nvSpPr>
          <p:spPr>
            <a:xfrm>
              <a:off x="54583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14" name="Google Shape;3014;p38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3015" name="Google Shape;3015;p38"/>
            <p:cNvSpPr/>
            <p:nvPr/>
          </p:nvSpPr>
          <p:spPr>
            <a:xfrm>
              <a:off x="54583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p38"/>
            <p:cNvSpPr/>
            <p:nvPr/>
          </p:nvSpPr>
          <p:spPr>
            <a:xfrm>
              <a:off x="5458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7" name="Google Shape;3017;p38"/>
            <p:cNvSpPr/>
            <p:nvPr/>
          </p:nvSpPr>
          <p:spPr>
            <a:xfrm>
              <a:off x="54583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8" name="Google Shape;3018;p38"/>
            <p:cNvSpPr/>
            <p:nvPr/>
          </p:nvSpPr>
          <p:spPr>
            <a:xfrm>
              <a:off x="5458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9" name="Google Shape;3019;p38"/>
            <p:cNvSpPr/>
            <p:nvPr/>
          </p:nvSpPr>
          <p:spPr>
            <a:xfrm>
              <a:off x="54583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p38"/>
            <p:cNvSpPr/>
            <p:nvPr/>
          </p:nvSpPr>
          <p:spPr>
            <a:xfrm>
              <a:off x="5458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1" name="Google Shape;3021;p38"/>
            <p:cNvSpPr/>
            <p:nvPr/>
          </p:nvSpPr>
          <p:spPr>
            <a:xfrm>
              <a:off x="5458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2" name="Google Shape;3022;p38"/>
            <p:cNvSpPr/>
            <p:nvPr/>
          </p:nvSpPr>
          <p:spPr>
            <a:xfrm>
              <a:off x="5458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3" name="Google Shape;3023;p38"/>
            <p:cNvSpPr/>
            <p:nvPr/>
          </p:nvSpPr>
          <p:spPr>
            <a:xfrm>
              <a:off x="5458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4" name="Google Shape;3024;p38"/>
            <p:cNvSpPr/>
            <p:nvPr/>
          </p:nvSpPr>
          <p:spPr>
            <a:xfrm>
              <a:off x="5458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5" name="Google Shape;3025;p38"/>
            <p:cNvSpPr/>
            <p:nvPr/>
          </p:nvSpPr>
          <p:spPr>
            <a:xfrm>
              <a:off x="5458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6" name="Google Shape;3026;p38"/>
            <p:cNvSpPr/>
            <p:nvPr/>
          </p:nvSpPr>
          <p:spPr>
            <a:xfrm>
              <a:off x="5458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7" name="Google Shape;3027;p38"/>
            <p:cNvSpPr/>
            <p:nvPr/>
          </p:nvSpPr>
          <p:spPr>
            <a:xfrm>
              <a:off x="5458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8" name="Google Shape;3028;p38"/>
            <p:cNvSpPr/>
            <p:nvPr/>
          </p:nvSpPr>
          <p:spPr>
            <a:xfrm>
              <a:off x="5608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9" name="Google Shape;3029;p38"/>
            <p:cNvSpPr/>
            <p:nvPr/>
          </p:nvSpPr>
          <p:spPr>
            <a:xfrm>
              <a:off x="56088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0" name="Google Shape;3030;p38"/>
            <p:cNvSpPr/>
            <p:nvPr/>
          </p:nvSpPr>
          <p:spPr>
            <a:xfrm>
              <a:off x="5608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p38"/>
            <p:cNvSpPr/>
            <p:nvPr/>
          </p:nvSpPr>
          <p:spPr>
            <a:xfrm>
              <a:off x="56088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p38"/>
            <p:cNvSpPr/>
            <p:nvPr/>
          </p:nvSpPr>
          <p:spPr>
            <a:xfrm>
              <a:off x="5608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p38"/>
            <p:cNvSpPr/>
            <p:nvPr/>
          </p:nvSpPr>
          <p:spPr>
            <a:xfrm>
              <a:off x="56088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p38"/>
            <p:cNvSpPr/>
            <p:nvPr/>
          </p:nvSpPr>
          <p:spPr>
            <a:xfrm>
              <a:off x="56088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5" name="Google Shape;3035;p38"/>
            <p:cNvSpPr/>
            <p:nvPr/>
          </p:nvSpPr>
          <p:spPr>
            <a:xfrm>
              <a:off x="5608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6" name="Google Shape;3036;p38"/>
            <p:cNvSpPr/>
            <p:nvPr/>
          </p:nvSpPr>
          <p:spPr>
            <a:xfrm>
              <a:off x="5608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7" name="Google Shape;3037;p38"/>
            <p:cNvSpPr/>
            <p:nvPr/>
          </p:nvSpPr>
          <p:spPr>
            <a:xfrm>
              <a:off x="56088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8" name="Google Shape;3038;p38"/>
            <p:cNvSpPr/>
            <p:nvPr/>
          </p:nvSpPr>
          <p:spPr>
            <a:xfrm>
              <a:off x="56088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9" name="Google Shape;3039;p38"/>
            <p:cNvSpPr/>
            <p:nvPr/>
          </p:nvSpPr>
          <p:spPr>
            <a:xfrm>
              <a:off x="56088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0" name="Google Shape;3040;p38"/>
            <p:cNvSpPr/>
            <p:nvPr/>
          </p:nvSpPr>
          <p:spPr>
            <a:xfrm>
              <a:off x="5608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p38"/>
            <p:cNvSpPr/>
            <p:nvPr/>
          </p:nvSpPr>
          <p:spPr>
            <a:xfrm>
              <a:off x="56088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2" name="Google Shape;3042;p38"/>
            <p:cNvSpPr/>
            <p:nvPr/>
          </p:nvSpPr>
          <p:spPr>
            <a:xfrm>
              <a:off x="5608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3" name="Google Shape;3043;p38"/>
            <p:cNvSpPr/>
            <p:nvPr/>
          </p:nvSpPr>
          <p:spPr>
            <a:xfrm>
              <a:off x="5608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4" name="Google Shape;3044;p38"/>
            <p:cNvSpPr/>
            <p:nvPr/>
          </p:nvSpPr>
          <p:spPr>
            <a:xfrm>
              <a:off x="5608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5" name="Google Shape;3045;p38"/>
            <p:cNvSpPr/>
            <p:nvPr/>
          </p:nvSpPr>
          <p:spPr>
            <a:xfrm>
              <a:off x="56088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6" name="Google Shape;3046;p38"/>
            <p:cNvSpPr/>
            <p:nvPr/>
          </p:nvSpPr>
          <p:spPr>
            <a:xfrm>
              <a:off x="56088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7" name="Google Shape;3047;p38"/>
            <p:cNvSpPr/>
            <p:nvPr/>
          </p:nvSpPr>
          <p:spPr>
            <a:xfrm>
              <a:off x="5608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8" name="Google Shape;3048;p38"/>
            <p:cNvSpPr/>
            <p:nvPr/>
          </p:nvSpPr>
          <p:spPr>
            <a:xfrm>
              <a:off x="5608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9" name="Google Shape;3049;p38"/>
            <p:cNvSpPr/>
            <p:nvPr/>
          </p:nvSpPr>
          <p:spPr>
            <a:xfrm>
              <a:off x="5608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0" name="Google Shape;3050;p38"/>
            <p:cNvSpPr/>
            <p:nvPr/>
          </p:nvSpPr>
          <p:spPr>
            <a:xfrm>
              <a:off x="56088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1" name="Google Shape;3051;p38"/>
            <p:cNvSpPr/>
            <p:nvPr/>
          </p:nvSpPr>
          <p:spPr>
            <a:xfrm>
              <a:off x="5608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2" name="Google Shape;3052;p38"/>
            <p:cNvSpPr/>
            <p:nvPr/>
          </p:nvSpPr>
          <p:spPr>
            <a:xfrm>
              <a:off x="56088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3" name="Google Shape;3053;p38"/>
            <p:cNvSpPr/>
            <p:nvPr/>
          </p:nvSpPr>
          <p:spPr>
            <a:xfrm>
              <a:off x="56088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4" name="Google Shape;3054;p38"/>
            <p:cNvSpPr/>
            <p:nvPr/>
          </p:nvSpPr>
          <p:spPr>
            <a:xfrm>
              <a:off x="56088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5" name="Google Shape;3055;p38"/>
            <p:cNvSpPr/>
            <p:nvPr/>
          </p:nvSpPr>
          <p:spPr>
            <a:xfrm>
              <a:off x="5608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6" name="Google Shape;3056;p38"/>
            <p:cNvSpPr/>
            <p:nvPr/>
          </p:nvSpPr>
          <p:spPr>
            <a:xfrm>
              <a:off x="56088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7" name="Google Shape;3057;p38"/>
            <p:cNvSpPr/>
            <p:nvPr/>
          </p:nvSpPr>
          <p:spPr>
            <a:xfrm>
              <a:off x="5608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8" name="Google Shape;3058;p38"/>
            <p:cNvSpPr/>
            <p:nvPr/>
          </p:nvSpPr>
          <p:spPr>
            <a:xfrm>
              <a:off x="5608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9" name="Google Shape;3059;p38"/>
            <p:cNvSpPr/>
            <p:nvPr/>
          </p:nvSpPr>
          <p:spPr>
            <a:xfrm>
              <a:off x="57593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0" name="Google Shape;3060;p38"/>
            <p:cNvSpPr/>
            <p:nvPr/>
          </p:nvSpPr>
          <p:spPr>
            <a:xfrm>
              <a:off x="57593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1" name="Google Shape;3061;p38"/>
            <p:cNvSpPr/>
            <p:nvPr/>
          </p:nvSpPr>
          <p:spPr>
            <a:xfrm>
              <a:off x="57593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2" name="Google Shape;3062;p38"/>
            <p:cNvSpPr/>
            <p:nvPr/>
          </p:nvSpPr>
          <p:spPr>
            <a:xfrm>
              <a:off x="57593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3" name="Google Shape;3063;p38"/>
            <p:cNvSpPr/>
            <p:nvPr/>
          </p:nvSpPr>
          <p:spPr>
            <a:xfrm>
              <a:off x="57593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p38"/>
            <p:cNvSpPr/>
            <p:nvPr/>
          </p:nvSpPr>
          <p:spPr>
            <a:xfrm>
              <a:off x="57593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5" name="Google Shape;3065;p38"/>
            <p:cNvSpPr/>
            <p:nvPr/>
          </p:nvSpPr>
          <p:spPr>
            <a:xfrm>
              <a:off x="57593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6" name="Google Shape;3066;p38"/>
            <p:cNvSpPr/>
            <p:nvPr/>
          </p:nvSpPr>
          <p:spPr>
            <a:xfrm>
              <a:off x="57593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p38"/>
            <p:cNvSpPr/>
            <p:nvPr/>
          </p:nvSpPr>
          <p:spPr>
            <a:xfrm>
              <a:off x="57593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8" name="Google Shape;3068;p38"/>
            <p:cNvSpPr/>
            <p:nvPr/>
          </p:nvSpPr>
          <p:spPr>
            <a:xfrm>
              <a:off x="57593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9" name="Google Shape;3069;p38"/>
            <p:cNvSpPr/>
            <p:nvPr/>
          </p:nvSpPr>
          <p:spPr>
            <a:xfrm>
              <a:off x="57593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0" name="Google Shape;3070;p38"/>
            <p:cNvSpPr/>
            <p:nvPr/>
          </p:nvSpPr>
          <p:spPr>
            <a:xfrm>
              <a:off x="5909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1" name="Google Shape;3071;p38"/>
            <p:cNvSpPr/>
            <p:nvPr/>
          </p:nvSpPr>
          <p:spPr>
            <a:xfrm>
              <a:off x="59098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2" name="Google Shape;3072;p38"/>
            <p:cNvSpPr/>
            <p:nvPr/>
          </p:nvSpPr>
          <p:spPr>
            <a:xfrm>
              <a:off x="59098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3" name="Google Shape;3073;p38"/>
            <p:cNvSpPr/>
            <p:nvPr/>
          </p:nvSpPr>
          <p:spPr>
            <a:xfrm>
              <a:off x="60603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4" name="Google Shape;3074;p38"/>
            <p:cNvSpPr/>
            <p:nvPr/>
          </p:nvSpPr>
          <p:spPr>
            <a:xfrm>
              <a:off x="62108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5" name="Google Shape;3075;p38"/>
            <p:cNvSpPr/>
            <p:nvPr/>
          </p:nvSpPr>
          <p:spPr>
            <a:xfrm>
              <a:off x="6210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6" name="Google Shape;3076;p38"/>
            <p:cNvSpPr/>
            <p:nvPr/>
          </p:nvSpPr>
          <p:spPr>
            <a:xfrm>
              <a:off x="65119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77" name="Google Shape;3077;p38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3078" name="Google Shape;3078;p38"/>
            <p:cNvSpPr/>
            <p:nvPr/>
          </p:nvSpPr>
          <p:spPr>
            <a:xfrm>
              <a:off x="57593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9" name="Google Shape;3079;p38"/>
            <p:cNvSpPr/>
            <p:nvPr/>
          </p:nvSpPr>
          <p:spPr>
            <a:xfrm>
              <a:off x="57593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0" name="Google Shape;3080;p38"/>
            <p:cNvSpPr/>
            <p:nvPr/>
          </p:nvSpPr>
          <p:spPr>
            <a:xfrm>
              <a:off x="57593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1" name="Google Shape;3081;p38"/>
            <p:cNvSpPr/>
            <p:nvPr/>
          </p:nvSpPr>
          <p:spPr>
            <a:xfrm>
              <a:off x="57593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2" name="Google Shape;3082;p38"/>
            <p:cNvSpPr/>
            <p:nvPr/>
          </p:nvSpPr>
          <p:spPr>
            <a:xfrm>
              <a:off x="57593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3" name="Google Shape;3083;p38"/>
            <p:cNvSpPr/>
            <p:nvPr/>
          </p:nvSpPr>
          <p:spPr>
            <a:xfrm>
              <a:off x="57593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4" name="Google Shape;3084;p38"/>
            <p:cNvSpPr/>
            <p:nvPr/>
          </p:nvSpPr>
          <p:spPr>
            <a:xfrm>
              <a:off x="57593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5" name="Google Shape;3085;p38"/>
            <p:cNvSpPr/>
            <p:nvPr/>
          </p:nvSpPr>
          <p:spPr>
            <a:xfrm>
              <a:off x="59098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6" name="Google Shape;3086;p38"/>
            <p:cNvSpPr/>
            <p:nvPr/>
          </p:nvSpPr>
          <p:spPr>
            <a:xfrm>
              <a:off x="5909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7" name="Google Shape;3087;p38"/>
            <p:cNvSpPr/>
            <p:nvPr/>
          </p:nvSpPr>
          <p:spPr>
            <a:xfrm>
              <a:off x="59098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8" name="Google Shape;3088;p38"/>
            <p:cNvSpPr/>
            <p:nvPr/>
          </p:nvSpPr>
          <p:spPr>
            <a:xfrm>
              <a:off x="59098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9" name="Google Shape;3089;p38"/>
            <p:cNvSpPr/>
            <p:nvPr/>
          </p:nvSpPr>
          <p:spPr>
            <a:xfrm>
              <a:off x="5909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0" name="Google Shape;3090;p38"/>
            <p:cNvSpPr/>
            <p:nvPr/>
          </p:nvSpPr>
          <p:spPr>
            <a:xfrm>
              <a:off x="59098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1" name="Google Shape;3091;p38"/>
            <p:cNvSpPr/>
            <p:nvPr/>
          </p:nvSpPr>
          <p:spPr>
            <a:xfrm>
              <a:off x="59098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2" name="Google Shape;3092;p38"/>
            <p:cNvSpPr/>
            <p:nvPr/>
          </p:nvSpPr>
          <p:spPr>
            <a:xfrm>
              <a:off x="59098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3" name="Google Shape;3093;p38"/>
            <p:cNvSpPr/>
            <p:nvPr/>
          </p:nvSpPr>
          <p:spPr>
            <a:xfrm>
              <a:off x="5909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4" name="Google Shape;3094;p38"/>
            <p:cNvSpPr/>
            <p:nvPr/>
          </p:nvSpPr>
          <p:spPr>
            <a:xfrm>
              <a:off x="59098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5" name="Google Shape;3095;p38"/>
            <p:cNvSpPr/>
            <p:nvPr/>
          </p:nvSpPr>
          <p:spPr>
            <a:xfrm>
              <a:off x="59098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6" name="Google Shape;3096;p38"/>
            <p:cNvSpPr/>
            <p:nvPr/>
          </p:nvSpPr>
          <p:spPr>
            <a:xfrm>
              <a:off x="59098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7" name="Google Shape;3097;p38"/>
            <p:cNvSpPr/>
            <p:nvPr/>
          </p:nvSpPr>
          <p:spPr>
            <a:xfrm>
              <a:off x="59098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8" name="Google Shape;3098;p38"/>
            <p:cNvSpPr/>
            <p:nvPr/>
          </p:nvSpPr>
          <p:spPr>
            <a:xfrm>
              <a:off x="59098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9" name="Google Shape;3099;p38"/>
            <p:cNvSpPr/>
            <p:nvPr/>
          </p:nvSpPr>
          <p:spPr>
            <a:xfrm>
              <a:off x="5909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0" name="Google Shape;3100;p38"/>
            <p:cNvSpPr/>
            <p:nvPr/>
          </p:nvSpPr>
          <p:spPr>
            <a:xfrm>
              <a:off x="5909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1" name="Google Shape;3101;p38"/>
            <p:cNvSpPr/>
            <p:nvPr/>
          </p:nvSpPr>
          <p:spPr>
            <a:xfrm>
              <a:off x="59098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p38"/>
            <p:cNvSpPr/>
            <p:nvPr/>
          </p:nvSpPr>
          <p:spPr>
            <a:xfrm>
              <a:off x="5909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3" name="Google Shape;3103;p38"/>
            <p:cNvSpPr/>
            <p:nvPr/>
          </p:nvSpPr>
          <p:spPr>
            <a:xfrm>
              <a:off x="59098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4" name="Google Shape;3104;p38"/>
            <p:cNvSpPr/>
            <p:nvPr/>
          </p:nvSpPr>
          <p:spPr>
            <a:xfrm>
              <a:off x="60603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5" name="Google Shape;3105;p38"/>
            <p:cNvSpPr/>
            <p:nvPr/>
          </p:nvSpPr>
          <p:spPr>
            <a:xfrm>
              <a:off x="6060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6" name="Google Shape;3106;p38"/>
            <p:cNvSpPr/>
            <p:nvPr/>
          </p:nvSpPr>
          <p:spPr>
            <a:xfrm>
              <a:off x="60603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7" name="Google Shape;3107;p38"/>
            <p:cNvSpPr/>
            <p:nvPr/>
          </p:nvSpPr>
          <p:spPr>
            <a:xfrm>
              <a:off x="60603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8" name="Google Shape;3108;p38"/>
            <p:cNvSpPr/>
            <p:nvPr/>
          </p:nvSpPr>
          <p:spPr>
            <a:xfrm>
              <a:off x="60603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9" name="Google Shape;3109;p38"/>
            <p:cNvSpPr/>
            <p:nvPr/>
          </p:nvSpPr>
          <p:spPr>
            <a:xfrm>
              <a:off x="6060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0" name="Google Shape;3110;p38"/>
            <p:cNvSpPr/>
            <p:nvPr/>
          </p:nvSpPr>
          <p:spPr>
            <a:xfrm>
              <a:off x="60603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1" name="Google Shape;3111;p38"/>
            <p:cNvSpPr/>
            <p:nvPr/>
          </p:nvSpPr>
          <p:spPr>
            <a:xfrm>
              <a:off x="60603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2" name="Google Shape;3112;p38"/>
            <p:cNvSpPr/>
            <p:nvPr/>
          </p:nvSpPr>
          <p:spPr>
            <a:xfrm>
              <a:off x="60603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3" name="Google Shape;3113;p38"/>
            <p:cNvSpPr/>
            <p:nvPr/>
          </p:nvSpPr>
          <p:spPr>
            <a:xfrm>
              <a:off x="60603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4" name="Google Shape;3114;p38"/>
            <p:cNvSpPr/>
            <p:nvPr/>
          </p:nvSpPr>
          <p:spPr>
            <a:xfrm>
              <a:off x="6060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5" name="Google Shape;3115;p38"/>
            <p:cNvSpPr/>
            <p:nvPr/>
          </p:nvSpPr>
          <p:spPr>
            <a:xfrm>
              <a:off x="60603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6" name="Google Shape;3116;p38"/>
            <p:cNvSpPr/>
            <p:nvPr/>
          </p:nvSpPr>
          <p:spPr>
            <a:xfrm>
              <a:off x="60603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7" name="Google Shape;3117;p38"/>
            <p:cNvSpPr/>
            <p:nvPr/>
          </p:nvSpPr>
          <p:spPr>
            <a:xfrm>
              <a:off x="60603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8" name="Google Shape;3118;p38"/>
            <p:cNvSpPr/>
            <p:nvPr/>
          </p:nvSpPr>
          <p:spPr>
            <a:xfrm>
              <a:off x="60603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9" name="Google Shape;3119;p38"/>
            <p:cNvSpPr/>
            <p:nvPr/>
          </p:nvSpPr>
          <p:spPr>
            <a:xfrm>
              <a:off x="60603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0" name="Google Shape;3120;p38"/>
            <p:cNvSpPr/>
            <p:nvPr/>
          </p:nvSpPr>
          <p:spPr>
            <a:xfrm>
              <a:off x="60603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1" name="Google Shape;3121;p38"/>
            <p:cNvSpPr/>
            <p:nvPr/>
          </p:nvSpPr>
          <p:spPr>
            <a:xfrm>
              <a:off x="60603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2" name="Google Shape;3122;p38"/>
            <p:cNvSpPr/>
            <p:nvPr/>
          </p:nvSpPr>
          <p:spPr>
            <a:xfrm>
              <a:off x="60603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3" name="Google Shape;3123;p38"/>
            <p:cNvSpPr/>
            <p:nvPr/>
          </p:nvSpPr>
          <p:spPr>
            <a:xfrm>
              <a:off x="60603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4" name="Google Shape;3124;p38"/>
            <p:cNvSpPr/>
            <p:nvPr/>
          </p:nvSpPr>
          <p:spPr>
            <a:xfrm>
              <a:off x="60603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5" name="Google Shape;3125;p38"/>
            <p:cNvSpPr/>
            <p:nvPr/>
          </p:nvSpPr>
          <p:spPr>
            <a:xfrm>
              <a:off x="60603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6" name="Google Shape;3126;p38"/>
            <p:cNvSpPr/>
            <p:nvPr/>
          </p:nvSpPr>
          <p:spPr>
            <a:xfrm>
              <a:off x="6060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7" name="Google Shape;3127;p38"/>
            <p:cNvSpPr/>
            <p:nvPr/>
          </p:nvSpPr>
          <p:spPr>
            <a:xfrm>
              <a:off x="60603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8" name="Google Shape;3128;p38"/>
            <p:cNvSpPr/>
            <p:nvPr/>
          </p:nvSpPr>
          <p:spPr>
            <a:xfrm>
              <a:off x="60603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9" name="Google Shape;3129;p38"/>
            <p:cNvSpPr/>
            <p:nvPr/>
          </p:nvSpPr>
          <p:spPr>
            <a:xfrm>
              <a:off x="60603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0" name="Google Shape;3130;p38"/>
            <p:cNvSpPr/>
            <p:nvPr/>
          </p:nvSpPr>
          <p:spPr>
            <a:xfrm>
              <a:off x="62108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1" name="Google Shape;3131;p38"/>
            <p:cNvSpPr/>
            <p:nvPr/>
          </p:nvSpPr>
          <p:spPr>
            <a:xfrm>
              <a:off x="62108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2" name="Google Shape;3132;p38"/>
            <p:cNvSpPr/>
            <p:nvPr/>
          </p:nvSpPr>
          <p:spPr>
            <a:xfrm>
              <a:off x="62108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3" name="Google Shape;3133;p38"/>
            <p:cNvSpPr/>
            <p:nvPr/>
          </p:nvSpPr>
          <p:spPr>
            <a:xfrm>
              <a:off x="6210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4" name="Google Shape;3134;p38"/>
            <p:cNvSpPr/>
            <p:nvPr/>
          </p:nvSpPr>
          <p:spPr>
            <a:xfrm>
              <a:off x="62108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5" name="Google Shape;3135;p38"/>
            <p:cNvSpPr/>
            <p:nvPr/>
          </p:nvSpPr>
          <p:spPr>
            <a:xfrm>
              <a:off x="62108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6" name="Google Shape;3136;p38"/>
            <p:cNvSpPr/>
            <p:nvPr/>
          </p:nvSpPr>
          <p:spPr>
            <a:xfrm>
              <a:off x="62108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7" name="Google Shape;3137;p38"/>
            <p:cNvSpPr/>
            <p:nvPr/>
          </p:nvSpPr>
          <p:spPr>
            <a:xfrm>
              <a:off x="62108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8" name="Google Shape;3138;p38"/>
            <p:cNvSpPr/>
            <p:nvPr/>
          </p:nvSpPr>
          <p:spPr>
            <a:xfrm>
              <a:off x="6210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9" name="Google Shape;3139;p38"/>
            <p:cNvSpPr/>
            <p:nvPr/>
          </p:nvSpPr>
          <p:spPr>
            <a:xfrm>
              <a:off x="62108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0" name="Google Shape;3140;p38"/>
            <p:cNvSpPr/>
            <p:nvPr/>
          </p:nvSpPr>
          <p:spPr>
            <a:xfrm>
              <a:off x="62108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1" name="Google Shape;3141;p38"/>
            <p:cNvSpPr/>
            <p:nvPr/>
          </p:nvSpPr>
          <p:spPr>
            <a:xfrm>
              <a:off x="62108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2" name="Google Shape;3142;p38"/>
            <p:cNvSpPr/>
            <p:nvPr/>
          </p:nvSpPr>
          <p:spPr>
            <a:xfrm>
              <a:off x="62108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3" name="Google Shape;3143;p38"/>
            <p:cNvSpPr/>
            <p:nvPr/>
          </p:nvSpPr>
          <p:spPr>
            <a:xfrm>
              <a:off x="62108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4" name="Google Shape;3144;p38"/>
            <p:cNvSpPr/>
            <p:nvPr/>
          </p:nvSpPr>
          <p:spPr>
            <a:xfrm>
              <a:off x="62108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5" name="Google Shape;3145;p38"/>
            <p:cNvSpPr/>
            <p:nvPr/>
          </p:nvSpPr>
          <p:spPr>
            <a:xfrm>
              <a:off x="62108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6" name="Google Shape;3146;p38"/>
            <p:cNvSpPr/>
            <p:nvPr/>
          </p:nvSpPr>
          <p:spPr>
            <a:xfrm>
              <a:off x="6210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7" name="Google Shape;3147;p38"/>
            <p:cNvSpPr/>
            <p:nvPr/>
          </p:nvSpPr>
          <p:spPr>
            <a:xfrm>
              <a:off x="62108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8" name="Google Shape;3148;p38"/>
            <p:cNvSpPr/>
            <p:nvPr/>
          </p:nvSpPr>
          <p:spPr>
            <a:xfrm>
              <a:off x="62108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9" name="Google Shape;3149;p38"/>
            <p:cNvSpPr/>
            <p:nvPr/>
          </p:nvSpPr>
          <p:spPr>
            <a:xfrm>
              <a:off x="62108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0" name="Google Shape;3150;p38"/>
            <p:cNvSpPr/>
            <p:nvPr/>
          </p:nvSpPr>
          <p:spPr>
            <a:xfrm>
              <a:off x="63613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1" name="Google Shape;3151;p38"/>
            <p:cNvSpPr/>
            <p:nvPr/>
          </p:nvSpPr>
          <p:spPr>
            <a:xfrm>
              <a:off x="63613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2" name="Google Shape;3152;p38"/>
            <p:cNvSpPr/>
            <p:nvPr/>
          </p:nvSpPr>
          <p:spPr>
            <a:xfrm>
              <a:off x="63613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3" name="Google Shape;3153;p38"/>
            <p:cNvSpPr/>
            <p:nvPr/>
          </p:nvSpPr>
          <p:spPr>
            <a:xfrm>
              <a:off x="63613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4" name="Google Shape;3154;p38"/>
            <p:cNvSpPr/>
            <p:nvPr/>
          </p:nvSpPr>
          <p:spPr>
            <a:xfrm>
              <a:off x="63613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5" name="Google Shape;3155;p38"/>
            <p:cNvSpPr/>
            <p:nvPr/>
          </p:nvSpPr>
          <p:spPr>
            <a:xfrm>
              <a:off x="63613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6" name="Google Shape;3156;p38"/>
            <p:cNvSpPr/>
            <p:nvPr/>
          </p:nvSpPr>
          <p:spPr>
            <a:xfrm>
              <a:off x="63613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7" name="Google Shape;3157;p38"/>
            <p:cNvSpPr/>
            <p:nvPr/>
          </p:nvSpPr>
          <p:spPr>
            <a:xfrm>
              <a:off x="63613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8" name="Google Shape;3158;p38"/>
            <p:cNvSpPr/>
            <p:nvPr/>
          </p:nvSpPr>
          <p:spPr>
            <a:xfrm>
              <a:off x="63613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9" name="Google Shape;3159;p38"/>
            <p:cNvSpPr/>
            <p:nvPr/>
          </p:nvSpPr>
          <p:spPr>
            <a:xfrm>
              <a:off x="63613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0" name="Google Shape;3160;p38"/>
            <p:cNvSpPr/>
            <p:nvPr/>
          </p:nvSpPr>
          <p:spPr>
            <a:xfrm>
              <a:off x="63613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1" name="Google Shape;3161;p38"/>
            <p:cNvSpPr/>
            <p:nvPr/>
          </p:nvSpPr>
          <p:spPr>
            <a:xfrm>
              <a:off x="63613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2" name="Google Shape;3162;p38"/>
            <p:cNvSpPr/>
            <p:nvPr/>
          </p:nvSpPr>
          <p:spPr>
            <a:xfrm>
              <a:off x="63613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3" name="Google Shape;3163;p38"/>
            <p:cNvSpPr/>
            <p:nvPr/>
          </p:nvSpPr>
          <p:spPr>
            <a:xfrm>
              <a:off x="63613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4" name="Google Shape;3164;p38"/>
            <p:cNvSpPr/>
            <p:nvPr/>
          </p:nvSpPr>
          <p:spPr>
            <a:xfrm>
              <a:off x="63613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5" name="Google Shape;3165;p38"/>
            <p:cNvSpPr/>
            <p:nvPr/>
          </p:nvSpPr>
          <p:spPr>
            <a:xfrm>
              <a:off x="63613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6" name="Google Shape;3166;p38"/>
            <p:cNvSpPr/>
            <p:nvPr/>
          </p:nvSpPr>
          <p:spPr>
            <a:xfrm>
              <a:off x="63613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7" name="Google Shape;3167;p38"/>
            <p:cNvSpPr/>
            <p:nvPr/>
          </p:nvSpPr>
          <p:spPr>
            <a:xfrm>
              <a:off x="63613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8" name="Google Shape;3168;p38"/>
            <p:cNvSpPr/>
            <p:nvPr/>
          </p:nvSpPr>
          <p:spPr>
            <a:xfrm>
              <a:off x="65119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9" name="Google Shape;3169;p38"/>
            <p:cNvSpPr/>
            <p:nvPr/>
          </p:nvSpPr>
          <p:spPr>
            <a:xfrm>
              <a:off x="65119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0" name="Google Shape;3170;p38"/>
            <p:cNvSpPr/>
            <p:nvPr/>
          </p:nvSpPr>
          <p:spPr>
            <a:xfrm>
              <a:off x="65119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1" name="Google Shape;3171;p38"/>
            <p:cNvSpPr/>
            <p:nvPr/>
          </p:nvSpPr>
          <p:spPr>
            <a:xfrm>
              <a:off x="65119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2" name="Google Shape;3172;p38"/>
            <p:cNvSpPr/>
            <p:nvPr/>
          </p:nvSpPr>
          <p:spPr>
            <a:xfrm>
              <a:off x="65119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3" name="Google Shape;3173;p38"/>
            <p:cNvSpPr/>
            <p:nvPr/>
          </p:nvSpPr>
          <p:spPr>
            <a:xfrm>
              <a:off x="65119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4" name="Google Shape;3174;p38"/>
            <p:cNvSpPr/>
            <p:nvPr/>
          </p:nvSpPr>
          <p:spPr>
            <a:xfrm>
              <a:off x="65119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5" name="Google Shape;3175;p38"/>
            <p:cNvSpPr/>
            <p:nvPr/>
          </p:nvSpPr>
          <p:spPr>
            <a:xfrm>
              <a:off x="65119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6" name="Google Shape;3176;p38"/>
            <p:cNvSpPr/>
            <p:nvPr/>
          </p:nvSpPr>
          <p:spPr>
            <a:xfrm>
              <a:off x="66624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7" name="Google Shape;3177;p38"/>
            <p:cNvSpPr/>
            <p:nvPr/>
          </p:nvSpPr>
          <p:spPr>
            <a:xfrm>
              <a:off x="66624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8" name="Google Shape;3178;p38"/>
            <p:cNvSpPr/>
            <p:nvPr/>
          </p:nvSpPr>
          <p:spPr>
            <a:xfrm>
              <a:off x="66624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9" name="Google Shape;3179;p38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3180" name="Google Shape;3180;p38"/>
            <p:cNvSpPr/>
            <p:nvPr/>
          </p:nvSpPr>
          <p:spPr>
            <a:xfrm>
              <a:off x="56088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1" name="Google Shape;3181;p38"/>
            <p:cNvSpPr/>
            <p:nvPr/>
          </p:nvSpPr>
          <p:spPr>
            <a:xfrm>
              <a:off x="5608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2" name="Google Shape;3182;p38"/>
            <p:cNvSpPr/>
            <p:nvPr/>
          </p:nvSpPr>
          <p:spPr>
            <a:xfrm>
              <a:off x="5608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3" name="Google Shape;3183;p38"/>
            <p:cNvSpPr/>
            <p:nvPr/>
          </p:nvSpPr>
          <p:spPr>
            <a:xfrm>
              <a:off x="5608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4" name="Google Shape;3184;p38"/>
            <p:cNvSpPr/>
            <p:nvPr/>
          </p:nvSpPr>
          <p:spPr>
            <a:xfrm>
              <a:off x="57593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5" name="Google Shape;3185;p38"/>
            <p:cNvSpPr/>
            <p:nvPr/>
          </p:nvSpPr>
          <p:spPr>
            <a:xfrm>
              <a:off x="57593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6" name="Google Shape;3186;p38"/>
            <p:cNvSpPr/>
            <p:nvPr/>
          </p:nvSpPr>
          <p:spPr>
            <a:xfrm>
              <a:off x="57593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7" name="Google Shape;3187;p38"/>
            <p:cNvSpPr/>
            <p:nvPr/>
          </p:nvSpPr>
          <p:spPr>
            <a:xfrm>
              <a:off x="57593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8" name="Google Shape;3188;p38"/>
            <p:cNvSpPr/>
            <p:nvPr/>
          </p:nvSpPr>
          <p:spPr>
            <a:xfrm>
              <a:off x="57593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9" name="Google Shape;3189;p38"/>
            <p:cNvSpPr/>
            <p:nvPr/>
          </p:nvSpPr>
          <p:spPr>
            <a:xfrm>
              <a:off x="57593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0" name="Google Shape;3190;p38"/>
            <p:cNvSpPr/>
            <p:nvPr/>
          </p:nvSpPr>
          <p:spPr>
            <a:xfrm>
              <a:off x="57593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1" name="Google Shape;3191;p38"/>
            <p:cNvSpPr/>
            <p:nvPr/>
          </p:nvSpPr>
          <p:spPr>
            <a:xfrm>
              <a:off x="57593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2" name="Google Shape;3192;p38"/>
            <p:cNvSpPr/>
            <p:nvPr/>
          </p:nvSpPr>
          <p:spPr>
            <a:xfrm>
              <a:off x="57593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3" name="Google Shape;3193;p38"/>
            <p:cNvSpPr/>
            <p:nvPr/>
          </p:nvSpPr>
          <p:spPr>
            <a:xfrm>
              <a:off x="57593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4" name="Google Shape;3194;p38"/>
            <p:cNvSpPr/>
            <p:nvPr/>
          </p:nvSpPr>
          <p:spPr>
            <a:xfrm>
              <a:off x="57593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5" name="Google Shape;3195;p38"/>
            <p:cNvSpPr/>
            <p:nvPr/>
          </p:nvSpPr>
          <p:spPr>
            <a:xfrm>
              <a:off x="57593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6" name="Google Shape;3196;p38"/>
            <p:cNvSpPr/>
            <p:nvPr/>
          </p:nvSpPr>
          <p:spPr>
            <a:xfrm>
              <a:off x="57593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7" name="Google Shape;3197;p38"/>
            <p:cNvSpPr/>
            <p:nvPr/>
          </p:nvSpPr>
          <p:spPr>
            <a:xfrm>
              <a:off x="57593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8" name="Google Shape;3198;p38"/>
            <p:cNvSpPr/>
            <p:nvPr/>
          </p:nvSpPr>
          <p:spPr>
            <a:xfrm>
              <a:off x="57593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9" name="Google Shape;3199;p38"/>
            <p:cNvSpPr/>
            <p:nvPr/>
          </p:nvSpPr>
          <p:spPr>
            <a:xfrm>
              <a:off x="57593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0" name="Google Shape;3200;p38"/>
            <p:cNvSpPr/>
            <p:nvPr/>
          </p:nvSpPr>
          <p:spPr>
            <a:xfrm>
              <a:off x="57593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1" name="Google Shape;3201;p38"/>
            <p:cNvSpPr/>
            <p:nvPr/>
          </p:nvSpPr>
          <p:spPr>
            <a:xfrm>
              <a:off x="5909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2" name="Google Shape;3202;p38"/>
            <p:cNvSpPr/>
            <p:nvPr/>
          </p:nvSpPr>
          <p:spPr>
            <a:xfrm>
              <a:off x="59098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3" name="Google Shape;3203;p38"/>
            <p:cNvSpPr/>
            <p:nvPr/>
          </p:nvSpPr>
          <p:spPr>
            <a:xfrm>
              <a:off x="59098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4" name="Google Shape;3204;p38"/>
            <p:cNvSpPr/>
            <p:nvPr/>
          </p:nvSpPr>
          <p:spPr>
            <a:xfrm>
              <a:off x="59098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5" name="Google Shape;3205;p38"/>
            <p:cNvSpPr/>
            <p:nvPr/>
          </p:nvSpPr>
          <p:spPr>
            <a:xfrm>
              <a:off x="59098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6" name="Google Shape;3206;p38"/>
            <p:cNvSpPr/>
            <p:nvPr/>
          </p:nvSpPr>
          <p:spPr>
            <a:xfrm>
              <a:off x="59098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7" name="Google Shape;3207;p38"/>
            <p:cNvSpPr/>
            <p:nvPr/>
          </p:nvSpPr>
          <p:spPr>
            <a:xfrm>
              <a:off x="5909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8" name="Google Shape;3208;p38"/>
            <p:cNvSpPr/>
            <p:nvPr/>
          </p:nvSpPr>
          <p:spPr>
            <a:xfrm>
              <a:off x="59098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9" name="Google Shape;3209;p38"/>
            <p:cNvSpPr/>
            <p:nvPr/>
          </p:nvSpPr>
          <p:spPr>
            <a:xfrm>
              <a:off x="59098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0" name="Google Shape;3210;p38"/>
            <p:cNvSpPr/>
            <p:nvPr/>
          </p:nvSpPr>
          <p:spPr>
            <a:xfrm>
              <a:off x="59098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1" name="Google Shape;3211;p38"/>
            <p:cNvSpPr/>
            <p:nvPr/>
          </p:nvSpPr>
          <p:spPr>
            <a:xfrm>
              <a:off x="59098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2" name="Google Shape;3212;p38"/>
            <p:cNvSpPr/>
            <p:nvPr/>
          </p:nvSpPr>
          <p:spPr>
            <a:xfrm>
              <a:off x="59098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3" name="Google Shape;3213;p38"/>
            <p:cNvSpPr/>
            <p:nvPr/>
          </p:nvSpPr>
          <p:spPr>
            <a:xfrm>
              <a:off x="5909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4" name="Google Shape;3214;p38"/>
            <p:cNvSpPr/>
            <p:nvPr/>
          </p:nvSpPr>
          <p:spPr>
            <a:xfrm>
              <a:off x="60603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5" name="Google Shape;3215;p38"/>
            <p:cNvSpPr/>
            <p:nvPr/>
          </p:nvSpPr>
          <p:spPr>
            <a:xfrm>
              <a:off x="60603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6" name="Google Shape;3216;p38"/>
            <p:cNvSpPr/>
            <p:nvPr/>
          </p:nvSpPr>
          <p:spPr>
            <a:xfrm>
              <a:off x="60603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7" name="Google Shape;3217;p38"/>
            <p:cNvSpPr/>
            <p:nvPr/>
          </p:nvSpPr>
          <p:spPr>
            <a:xfrm>
              <a:off x="60603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8" name="Google Shape;3218;p38"/>
            <p:cNvSpPr/>
            <p:nvPr/>
          </p:nvSpPr>
          <p:spPr>
            <a:xfrm>
              <a:off x="60603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9" name="Google Shape;3219;p38"/>
            <p:cNvSpPr/>
            <p:nvPr/>
          </p:nvSpPr>
          <p:spPr>
            <a:xfrm>
              <a:off x="60603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0" name="Google Shape;3220;p38"/>
            <p:cNvSpPr/>
            <p:nvPr/>
          </p:nvSpPr>
          <p:spPr>
            <a:xfrm>
              <a:off x="60603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1" name="Google Shape;3221;p38"/>
            <p:cNvSpPr/>
            <p:nvPr/>
          </p:nvSpPr>
          <p:spPr>
            <a:xfrm>
              <a:off x="60603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2" name="Google Shape;3222;p38"/>
            <p:cNvSpPr/>
            <p:nvPr/>
          </p:nvSpPr>
          <p:spPr>
            <a:xfrm>
              <a:off x="6210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3" name="Google Shape;3223;p38"/>
            <p:cNvSpPr/>
            <p:nvPr/>
          </p:nvSpPr>
          <p:spPr>
            <a:xfrm>
              <a:off x="62108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4" name="Google Shape;3224;p38"/>
            <p:cNvSpPr/>
            <p:nvPr/>
          </p:nvSpPr>
          <p:spPr>
            <a:xfrm>
              <a:off x="62108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5" name="Google Shape;3225;p38"/>
            <p:cNvSpPr/>
            <p:nvPr/>
          </p:nvSpPr>
          <p:spPr>
            <a:xfrm>
              <a:off x="6210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6" name="Google Shape;3226;p38"/>
            <p:cNvSpPr/>
            <p:nvPr/>
          </p:nvSpPr>
          <p:spPr>
            <a:xfrm>
              <a:off x="62108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7" name="Google Shape;3227;p38"/>
            <p:cNvSpPr/>
            <p:nvPr/>
          </p:nvSpPr>
          <p:spPr>
            <a:xfrm>
              <a:off x="63613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8" name="Google Shape;3228;p38"/>
            <p:cNvSpPr/>
            <p:nvPr/>
          </p:nvSpPr>
          <p:spPr>
            <a:xfrm>
              <a:off x="63613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9" name="Google Shape;3229;p38"/>
            <p:cNvSpPr/>
            <p:nvPr/>
          </p:nvSpPr>
          <p:spPr>
            <a:xfrm>
              <a:off x="66624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30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" name="Google Shape;3231;p39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32" name="Google Shape;3232;p39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3233" name="Google Shape;3233;p39"/>
            <p:cNvSpPr/>
            <p:nvPr/>
          </p:nvSpPr>
          <p:spPr>
            <a:xfrm>
              <a:off x="5307800" y="2381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4" name="Google Shape;3234;p39"/>
            <p:cNvSpPr/>
            <p:nvPr/>
          </p:nvSpPr>
          <p:spPr>
            <a:xfrm>
              <a:off x="5307800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5" name="Google Shape;3235;p39"/>
            <p:cNvSpPr/>
            <p:nvPr/>
          </p:nvSpPr>
          <p:spPr>
            <a:xfrm>
              <a:off x="5307800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6" name="Google Shape;3236;p39"/>
            <p:cNvSpPr/>
            <p:nvPr/>
          </p:nvSpPr>
          <p:spPr>
            <a:xfrm>
              <a:off x="5307800" y="6896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7" name="Google Shape;3237;p39"/>
            <p:cNvSpPr/>
            <p:nvPr/>
          </p:nvSpPr>
          <p:spPr>
            <a:xfrm>
              <a:off x="5307800" y="8401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8" name="Google Shape;3238;p39"/>
            <p:cNvSpPr/>
            <p:nvPr/>
          </p:nvSpPr>
          <p:spPr>
            <a:xfrm>
              <a:off x="5307800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9" name="Google Shape;3239;p39"/>
            <p:cNvSpPr/>
            <p:nvPr/>
          </p:nvSpPr>
          <p:spPr>
            <a:xfrm>
              <a:off x="5307800" y="11411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0" name="Google Shape;3240;p39"/>
            <p:cNvSpPr/>
            <p:nvPr/>
          </p:nvSpPr>
          <p:spPr>
            <a:xfrm>
              <a:off x="5307800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1" name="Google Shape;3241;p39"/>
            <p:cNvSpPr/>
            <p:nvPr/>
          </p:nvSpPr>
          <p:spPr>
            <a:xfrm>
              <a:off x="5307800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2" name="Google Shape;3242;p39"/>
            <p:cNvSpPr/>
            <p:nvPr/>
          </p:nvSpPr>
          <p:spPr>
            <a:xfrm>
              <a:off x="5307800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3" name="Google Shape;3243;p39"/>
            <p:cNvSpPr/>
            <p:nvPr/>
          </p:nvSpPr>
          <p:spPr>
            <a:xfrm>
              <a:off x="5307800" y="17432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4" name="Google Shape;3244;p39"/>
            <p:cNvSpPr/>
            <p:nvPr/>
          </p:nvSpPr>
          <p:spPr>
            <a:xfrm>
              <a:off x="5307800" y="18937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5" name="Google Shape;3245;p39"/>
            <p:cNvSpPr/>
            <p:nvPr/>
          </p:nvSpPr>
          <p:spPr>
            <a:xfrm>
              <a:off x="5307800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6" name="Google Shape;3246;p39"/>
            <p:cNvSpPr/>
            <p:nvPr/>
          </p:nvSpPr>
          <p:spPr>
            <a:xfrm>
              <a:off x="5307800" y="21947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7" name="Google Shape;3247;p39"/>
            <p:cNvSpPr/>
            <p:nvPr/>
          </p:nvSpPr>
          <p:spPr>
            <a:xfrm>
              <a:off x="5307800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8" name="Google Shape;3248;p39"/>
            <p:cNvSpPr/>
            <p:nvPr/>
          </p:nvSpPr>
          <p:spPr>
            <a:xfrm>
              <a:off x="5307800" y="24957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9" name="Google Shape;3249;p39"/>
            <p:cNvSpPr/>
            <p:nvPr/>
          </p:nvSpPr>
          <p:spPr>
            <a:xfrm>
              <a:off x="5307800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0" name="Google Shape;3250;p39"/>
            <p:cNvSpPr/>
            <p:nvPr/>
          </p:nvSpPr>
          <p:spPr>
            <a:xfrm>
              <a:off x="5307800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1" name="Google Shape;3251;p39"/>
            <p:cNvSpPr/>
            <p:nvPr/>
          </p:nvSpPr>
          <p:spPr>
            <a:xfrm>
              <a:off x="5307800" y="29473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2" name="Google Shape;3252;p39"/>
            <p:cNvSpPr/>
            <p:nvPr/>
          </p:nvSpPr>
          <p:spPr>
            <a:xfrm>
              <a:off x="5307800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3" name="Google Shape;3253;p39"/>
            <p:cNvSpPr/>
            <p:nvPr/>
          </p:nvSpPr>
          <p:spPr>
            <a:xfrm>
              <a:off x="5307800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4" name="Google Shape;3254;p39"/>
            <p:cNvSpPr/>
            <p:nvPr/>
          </p:nvSpPr>
          <p:spPr>
            <a:xfrm>
              <a:off x="5307800" y="33988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5" name="Google Shape;3255;p39"/>
            <p:cNvSpPr/>
            <p:nvPr/>
          </p:nvSpPr>
          <p:spPr>
            <a:xfrm>
              <a:off x="5307800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6" name="Google Shape;3256;p39"/>
            <p:cNvSpPr/>
            <p:nvPr/>
          </p:nvSpPr>
          <p:spPr>
            <a:xfrm>
              <a:off x="5307800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7" name="Google Shape;3257;p39"/>
            <p:cNvSpPr/>
            <p:nvPr/>
          </p:nvSpPr>
          <p:spPr>
            <a:xfrm>
              <a:off x="5307800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8" name="Google Shape;3258;p39"/>
            <p:cNvSpPr/>
            <p:nvPr/>
          </p:nvSpPr>
          <p:spPr>
            <a:xfrm>
              <a:off x="5307800" y="40008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p39"/>
            <p:cNvSpPr/>
            <p:nvPr/>
          </p:nvSpPr>
          <p:spPr>
            <a:xfrm>
              <a:off x="5307800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0" name="Google Shape;3260;p39"/>
            <p:cNvSpPr/>
            <p:nvPr/>
          </p:nvSpPr>
          <p:spPr>
            <a:xfrm>
              <a:off x="5307800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p39"/>
            <p:cNvSpPr/>
            <p:nvPr/>
          </p:nvSpPr>
          <p:spPr>
            <a:xfrm>
              <a:off x="5307800" y="44524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2" name="Google Shape;3262;p39"/>
            <p:cNvSpPr/>
            <p:nvPr/>
          </p:nvSpPr>
          <p:spPr>
            <a:xfrm>
              <a:off x="5307800" y="46029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3" name="Google Shape;3263;p39"/>
            <p:cNvSpPr/>
            <p:nvPr/>
          </p:nvSpPr>
          <p:spPr>
            <a:xfrm>
              <a:off x="5307800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4" name="Google Shape;3264;p39"/>
            <p:cNvSpPr/>
            <p:nvPr/>
          </p:nvSpPr>
          <p:spPr>
            <a:xfrm>
              <a:off x="5307800" y="49039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5" name="Google Shape;3265;p39"/>
            <p:cNvSpPr/>
            <p:nvPr/>
          </p:nvSpPr>
          <p:spPr>
            <a:xfrm>
              <a:off x="5307800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6" name="Google Shape;3266;p39"/>
            <p:cNvSpPr/>
            <p:nvPr/>
          </p:nvSpPr>
          <p:spPr>
            <a:xfrm>
              <a:off x="5307800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p39"/>
            <p:cNvSpPr/>
            <p:nvPr/>
          </p:nvSpPr>
          <p:spPr>
            <a:xfrm>
              <a:off x="5307800" y="53554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8" name="Google Shape;3268;p39"/>
            <p:cNvSpPr/>
            <p:nvPr/>
          </p:nvSpPr>
          <p:spPr>
            <a:xfrm>
              <a:off x="54583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9" name="Google Shape;3269;p39"/>
            <p:cNvSpPr/>
            <p:nvPr/>
          </p:nvSpPr>
          <p:spPr>
            <a:xfrm>
              <a:off x="54583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0" name="Google Shape;3270;p39"/>
            <p:cNvSpPr/>
            <p:nvPr/>
          </p:nvSpPr>
          <p:spPr>
            <a:xfrm>
              <a:off x="54583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1" name="Google Shape;3271;p39"/>
            <p:cNvSpPr/>
            <p:nvPr/>
          </p:nvSpPr>
          <p:spPr>
            <a:xfrm>
              <a:off x="54583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2" name="Google Shape;3272;p39"/>
            <p:cNvSpPr/>
            <p:nvPr/>
          </p:nvSpPr>
          <p:spPr>
            <a:xfrm>
              <a:off x="54583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3" name="Google Shape;3273;p39"/>
            <p:cNvSpPr/>
            <p:nvPr/>
          </p:nvSpPr>
          <p:spPr>
            <a:xfrm>
              <a:off x="54583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4" name="Google Shape;3274;p39"/>
            <p:cNvSpPr/>
            <p:nvPr/>
          </p:nvSpPr>
          <p:spPr>
            <a:xfrm>
              <a:off x="54583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5" name="Google Shape;3275;p39"/>
            <p:cNvSpPr/>
            <p:nvPr/>
          </p:nvSpPr>
          <p:spPr>
            <a:xfrm>
              <a:off x="54583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6" name="Google Shape;3276;p39"/>
            <p:cNvSpPr/>
            <p:nvPr/>
          </p:nvSpPr>
          <p:spPr>
            <a:xfrm>
              <a:off x="54583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7" name="Google Shape;3277;p39"/>
            <p:cNvSpPr/>
            <p:nvPr/>
          </p:nvSpPr>
          <p:spPr>
            <a:xfrm>
              <a:off x="54583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8" name="Google Shape;3278;p39"/>
            <p:cNvSpPr/>
            <p:nvPr/>
          </p:nvSpPr>
          <p:spPr>
            <a:xfrm>
              <a:off x="54583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9" name="Google Shape;3279;p39"/>
            <p:cNvSpPr/>
            <p:nvPr/>
          </p:nvSpPr>
          <p:spPr>
            <a:xfrm>
              <a:off x="54583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0" name="Google Shape;3280;p39"/>
            <p:cNvSpPr/>
            <p:nvPr/>
          </p:nvSpPr>
          <p:spPr>
            <a:xfrm>
              <a:off x="54583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1" name="Google Shape;3281;p39"/>
            <p:cNvSpPr/>
            <p:nvPr/>
          </p:nvSpPr>
          <p:spPr>
            <a:xfrm>
              <a:off x="54583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2" name="Google Shape;3282;p39"/>
            <p:cNvSpPr/>
            <p:nvPr/>
          </p:nvSpPr>
          <p:spPr>
            <a:xfrm>
              <a:off x="54583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3" name="Google Shape;3283;p39"/>
            <p:cNvSpPr/>
            <p:nvPr/>
          </p:nvSpPr>
          <p:spPr>
            <a:xfrm>
              <a:off x="54583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4" name="Google Shape;3284;p39"/>
            <p:cNvSpPr/>
            <p:nvPr/>
          </p:nvSpPr>
          <p:spPr>
            <a:xfrm>
              <a:off x="54583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5" name="Google Shape;3285;p39"/>
            <p:cNvSpPr/>
            <p:nvPr/>
          </p:nvSpPr>
          <p:spPr>
            <a:xfrm>
              <a:off x="54583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6" name="Google Shape;3286;p39"/>
            <p:cNvSpPr/>
            <p:nvPr/>
          </p:nvSpPr>
          <p:spPr>
            <a:xfrm>
              <a:off x="54583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7" name="Google Shape;3287;p39"/>
            <p:cNvSpPr/>
            <p:nvPr/>
          </p:nvSpPr>
          <p:spPr>
            <a:xfrm>
              <a:off x="54583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8" name="Google Shape;3288;p39"/>
            <p:cNvSpPr/>
            <p:nvPr/>
          </p:nvSpPr>
          <p:spPr>
            <a:xfrm>
              <a:off x="54583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9" name="Google Shape;3289;p39"/>
            <p:cNvSpPr/>
            <p:nvPr/>
          </p:nvSpPr>
          <p:spPr>
            <a:xfrm>
              <a:off x="54583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0" name="Google Shape;3290;p39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3291" name="Google Shape;3291;p39"/>
            <p:cNvSpPr/>
            <p:nvPr/>
          </p:nvSpPr>
          <p:spPr>
            <a:xfrm>
              <a:off x="54583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2" name="Google Shape;3292;p39"/>
            <p:cNvSpPr/>
            <p:nvPr/>
          </p:nvSpPr>
          <p:spPr>
            <a:xfrm>
              <a:off x="54583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3" name="Google Shape;3293;p39"/>
            <p:cNvSpPr/>
            <p:nvPr/>
          </p:nvSpPr>
          <p:spPr>
            <a:xfrm>
              <a:off x="54583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p39"/>
            <p:cNvSpPr/>
            <p:nvPr/>
          </p:nvSpPr>
          <p:spPr>
            <a:xfrm>
              <a:off x="54583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p39"/>
            <p:cNvSpPr/>
            <p:nvPr/>
          </p:nvSpPr>
          <p:spPr>
            <a:xfrm>
              <a:off x="54583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p39"/>
            <p:cNvSpPr/>
            <p:nvPr/>
          </p:nvSpPr>
          <p:spPr>
            <a:xfrm>
              <a:off x="54583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p39"/>
            <p:cNvSpPr/>
            <p:nvPr/>
          </p:nvSpPr>
          <p:spPr>
            <a:xfrm>
              <a:off x="54583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8" name="Google Shape;3298;p39"/>
            <p:cNvSpPr/>
            <p:nvPr/>
          </p:nvSpPr>
          <p:spPr>
            <a:xfrm>
              <a:off x="54583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9" name="Google Shape;3299;p39"/>
            <p:cNvSpPr/>
            <p:nvPr/>
          </p:nvSpPr>
          <p:spPr>
            <a:xfrm>
              <a:off x="54583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0" name="Google Shape;3300;p39"/>
            <p:cNvSpPr/>
            <p:nvPr/>
          </p:nvSpPr>
          <p:spPr>
            <a:xfrm>
              <a:off x="54583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1" name="Google Shape;3301;p39"/>
            <p:cNvSpPr/>
            <p:nvPr/>
          </p:nvSpPr>
          <p:spPr>
            <a:xfrm>
              <a:off x="54583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2" name="Google Shape;3302;p39"/>
            <p:cNvSpPr/>
            <p:nvPr/>
          </p:nvSpPr>
          <p:spPr>
            <a:xfrm>
              <a:off x="54583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3" name="Google Shape;3303;p39"/>
            <p:cNvSpPr/>
            <p:nvPr/>
          </p:nvSpPr>
          <p:spPr>
            <a:xfrm>
              <a:off x="54583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4" name="Google Shape;3304;p39"/>
            <p:cNvSpPr/>
            <p:nvPr/>
          </p:nvSpPr>
          <p:spPr>
            <a:xfrm>
              <a:off x="560882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5" name="Google Shape;3305;p39"/>
            <p:cNvSpPr/>
            <p:nvPr/>
          </p:nvSpPr>
          <p:spPr>
            <a:xfrm>
              <a:off x="560882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p39"/>
            <p:cNvSpPr/>
            <p:nvPr/>
          </p:nvSpPr>
          <p:spPr>
            <a:xfrm>
              <a:off x="560882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7" name="Google Shape;3307;p39"/>
            <p:cNvSpPr/>
            <p:nvPr/>
          </p:nvSpPr>
          <p:spPr>
            <a:xfrm>
              <a:off x="560882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8" name="Google Shape;3308;p39"/>
            <p:cNvSpPr/>
            <p:nvPr/>
          </p:nvSpPr>
          <p:spPr>
            <a:xfrm>
              <a:off x="560882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9" name="Google Shape;3309;p39"/>
            <p:cNvSpPr/>
            <p:nvPr/>
          </p:nvSpPr>
          <p:spPr>
            <a:xfrm>
              <a:off x="560882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0" name="Google Shape;3310;p39"/>
            <p:cNvSpPr/>
            <p:nvPr/>
          </p:nvSpPr>
          <p:spPr>
            <a:xfrm>
              <a:off x="560882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1" name="Google Shape;3311;p39"/>
            <p:cNvSpPr/>
            <p:nvPr/>
          </p:nvSpPr>
          <p:spPr>
            <a:xfrm>
              <a:off x="560882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2" name="Google Shape;3312;p39"/>
            <p:cNvSpPr/>
            <p:nvPr/>
          </p:nvSpPr>
          <p:spPr>
            <a:xfrm>
              <a:off x="560882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3" name="Google Shape;3313;p39"/>
            <p:cNvSpPr/>
            <p:nvPr/>
          </p:nvSpPr>
          <p:spPr>
            <a:xfrm>
              <a:off x="560882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4" name="Google Shape;3314;p39"/>
            <p:cNvSpPr/>
            <p:nvPr/>
          </p:nvSpPr>
          <p:spPr>
            <a:xfrm>
              <a:off x="560882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5" name="Google Shape;3315;p39"/>
            <p:cNvSpPr/>
            <p:nvPr/>
          </p:nvSpPr>
          <p:spPr>
            <a:xfrm>
              <a:off x="560882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39"/>
            <p:cNvSpPr/>
            <p:nvPr/>
          </p:nvSpPr>
          <p:spPr>
            <a:xfrm>
              <a:off x="560882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7" name="Google Shape;3317;p39"/>
            <p:cNvSpPr/>
            <p:nvPr/>
          </p:nvSpPr>
          <p:spPr>
            <a:xfrm>
              <a:off x="560882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8" name="Google Shape;3318;p39"/>
            <p:cNvSpPr/>
            <p:nvPr/>
          </p:nvSpPr>
          <p:spPr>
            <a:xfrm>
              <a:off x="560882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9" name="Google Shape;3319;p39"/>
            <p:cNvSpPr/>
            <p:nvPr/>
          </p:nvSpPr>
          <p:spPr>
            <a:xfrm>
              <a:off x="560882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0" name="Google Shape;3320;p39"/>
            <p:cNvSpPr/>
            <p:nvPr/>
          </p:nvSpPr>
          <p:spPr>
            <a:xfrm>
              <a:off x="560882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1" name="Google Shape;3321;p39"/>
            <p:cNvSpPr/>
            <p:nvPr/>
          </p:nvSpPr>
          <p:spPr>
            <a:xfrm>
              <a:off x="560882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2" name="Google Shape;3322;p39"/>
            <p:cNvSpPr/>
            <p:nvPr/>
          </p:nvSpPr>
          <p:spPr>
            <a:xfrm>
              <a:off x="560882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3" name="Google Shape;3323;p39"/>
            <p:cNvSpPr/>
            <p:nvPr/>
          </p:nvSpPr>
          <p:spPr>
            <a:xfrm>
              <a:off x="560882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4" name="Google Shape;3324;p39"/>
            <p:cNvSpPr/>
            <p:nvPr/>
          </p:nvSpPr>
          <p:spPr>
            <a:xfrm>
              <a:off x="560882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5" name="Google Shape;3325;p39"/>
            <p:cNvSpPr/>
            <p:nvPr/>
          </p:nvSpPr>
          <p:spPr>
            <a:xfrm>
              <a:off x="560882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6" name="Google Shape;3326;p39"/>
            <p:cNvSpPr/>
            <p:nvPr/>
          </p:nvSpPr>
          <p:spPr>
            <a:xfrm>
              <a:off x="560882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p39"/>
            <p:cNvSpPr/>
            <p:nvPr/>
          </p:nvSpPr>
          <p:spPr>
            <a:xfrm>
              <a:off x="560882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8" name="Google Shape;3328;p39"/>
            <p:cNvSpPr/>
            <p:nvPr/>
          </p:nvSpPr>
          <p:spPr>
            <a:xfrm>
              <a:off x="560882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9" name="Google Shape;3329;p39"/>
            <p:cNvSpPr/>
            <p:nvPr/>
          </p:nvSpPr>
          <p:spPr>
            <a:xfrm>
              <a:off x="560882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0" name="Google Shape;3330;p39"/>
            <p:cNvSpPr/>
            <p:nvPr/>
          </p:nvSpPr>
          <p:spPr>
            <a:xfrm>
              <a:off x="560882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1" name="Google Shape;3331;p39"/>
            <p:cNvSpPr/>
            <p:nvPr/>
          </p:nvSpPr>
          <p:spPr>
            <a:xfrm>
              <a:off x="560882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2" name="Google Shape;3332;p39"/>
            <p:cNvSpPr/>
            <p:nvPr/>
          </p:nvSpPr>
          <p:spPr>
            <a:xfrm>
              <a:off x="560882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3" name="Google Shape;3333;p39"/>
            <p:cNvSpPr/>
            <p:nvPr/>
          </p:nvSpPr>
          <p:spPr>
            <a:xfrm>
              <a:off x="560882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4" name="Google Shape;3334;p39"/>
            <p:cNvSpPr/>
            <p:nvPr/>
          </p:nvSpPr>
          <p:spPr>
            <a:xfrm>
              <a:off x="560882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5" name="Google Shape;3335;p39"/>
            <p:cNvSpPr/>
            <p:nvPr/>
          </p:nvSpPr>
          <p:spPr>
            <a:xfrm>
              <a:off x="57593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p39"/>
            <p:cNvSpPr/>
            <p:nvPr/>
          </p:nvSpPr>
          <p:spPr>
            <a:xfrm>
              <a:off x="57593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7" name="Google Shape;3337;p39"/>
            <p:cNvSpPr/>
            <p:nvPr/>
          </p:nvSpPr>
          <p:spPr>
            <a:xfrm>
              <a:off x="57593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8" name="Google Shape;3338;p39"/>
            <p:cNvSpPr/>
            <p:nvPr/>
          </p:nvSpPr>
          <p:spPr>
            <a:xfrm>
              <a:off x="57593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p39"/>
            <p:cNvSpPr/>
            <p:nvPr/>
          </p:nvSpPr>
          <p:spPr>
            <a:xfrm>
              <a:off x="57593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0" name="Google Shape;3340;p39"/>
            <p:cNvSpPr/>
            <p:nvPr/>
          </p:nvSpPr>
          <p:spPr>
            <a:xfrm>
              <a:off x="57593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p39"/>
            <p:cNvSpPr/>
            <p:nvPr/>
          </p:nvSpPr>
          <p:spPr>
            <a:xfrm>
              <a:off x="57593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p39"/>
            <p:cNvSpPr/>
            <p:nvPr/>
          </p:nvSpPr>
          <p:spPr>
            <a:xfrm>
              <a:off x="57593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p39"/>
            <p:cNvSpPr/>
            <p:nvPr/>
          </p:nvSpPr>
          <p:spPr>
            <a:xfrm>
              <a:off x="57593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p39"/>
            <p:cNvSpPr/>
            <p:nvPr/>
          </p:nvSpPr>
          <p:spPr>
            <a:xfrm>
              <a:off x="57593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p39"/>
            <p:cNvSpPr/>
            <p:nvPr/>
          </p:nvSpPr>
          <p:spPr>
            <a:xfrm>
              <a:off x="57593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6" name="Google Shape;3346;p39"/>
            <p:cNvSpPr/>
            <p:nvPr/>
          </p:nvSpPr>
          <p:spPr>
            <a:xfrm>
              <a:off x="59098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7" name="Google Shape;3347;p39"/>
            <p:cNvSpPr/>
            <p:nvPr/>
          </p:nvSpPr>
          <p:spPr>
            <a:xfrm>
              <a:off x="5909850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8" name="Google Shape;3348;p39"/>
            <p:cNvSpPr/>
            <p:nvPr/>
          </p:nvSpPr>
          <p:spPr>
            <a:xfrm>
              <a:off x="59098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9" name="Google Shape;3349;p39"/>
            <p:cNvSpPr/>
            <p:nvPr/>
          </p:nvSpPr>
          <p:spPr>
            <a:xfrm>
              <a:off x="6060375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0" name="Google Shape;3350;p39"/>
            <p:cNvSpPr/>
            <p:nvPr/>
          </p:nvSpPr>
          <p:spPr>
            <a:xfrm>
              <a:off x="62108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1" name="Google Shape;3351;p39"/>
            <p:cNvSpPr/>
            <p:nvPr/>
          </p:nvSpPr>
          <p:spPr>
            <a:xfrm>
              <a:off x="62108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2" name="Google Shape;3352;p39"/>
            <p:cNvSpPr/>
            <p:nvPr/>
          </p:nvSpPr>
          <p:spPr>
            <a:xfrm>
              <a:off x="651190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3" name="Google Shape;3353;p39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3354" name="Google Shape;3354;p39"/>
            <p:cNvSpPr/>
            <p:nvPr/>
          </p:nvSpPr>
          <p:spPr>
            <a:xfrm>
              <a:off x="57593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Google Shape;3355;p39"/>
            <p:cNvSpPr/>
            <p:nvPr/>
          </p:nvSpPr>
          <p:spPr>
            <a:xfrm>
              <a:off x="57593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6" name="Google Shape;3356;p39"/>
            <p:cNvSpPr/>
            <p:nvPr/>
          </p:nvSpPr>
          <p:spPr>
            <a:xfrm>
              <a:off x="575935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7" name="Google Shape;3357;p39"/>
            <p:cNvSpPr/>
            <p:nvPr/>
          </p:nvSpPr>
          <p:spPr>
            <a:xfrm>
              <a:off x="57593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8" name="Google Shape;3358;p39"/>
            <p:cNvSpPr/>
            <p:nvPr/>
          </p:nvSpPr>
          <p:spPr>
            <a:xfrm>
              <a:off x="57593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9" name="Google Shape;3359;p39"/>
            <p:cNvSpPr/>
            <p:nvPr/>
          </p:nvSpPr>
          <p:spPr>
            <a:xfrm>
              <a:off x="57593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0" name="Google Shape;3360;p39"/>
            <p:cNvSpPr/>
            <p:nvPr/>
          </p:nvSpPr>
          <p:spPr>
            <a:xfrm>
              <a:off x="57593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1" name="Google Shape;3361;p39"/>
            <p:cNvSpPr/>
            <p:nvPr/>
          </p:nvSpPr>
          <p:spPr>
            <a:xfrm>
              <a:off x="59098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2" name="Google Shape;3362;p39"/>
            <p:cNvSpPr/>
            <p:nvPr/>
          </p:nvSpPr>
          <p:spPr>
            <a:xfrm>
              <a:off x="5909850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3" name="Google Shape;3363;p39"/>
            <p:cNvSpPr/>
            <p:nvPr/>
          </p:nvSpPr>
          <p:spPr>
            <a:xfrm>
              <a:off x="590985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4" name="Google Shape;3364;p39"/>
            <p:cNvSpPr/>
            <p:nvPr/>
          </p:nvSpPr>
          <p:spPr>
            <a:xfrm>
              <a:off x="5909850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5" name="Google Shape;3365;p39"/>
            <p:cNvSpPr/>
            <p:nvPr/>
          </p:nvSpPr>
          <p:spPr>
            <a:xfrm>
              <a:off x="59098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6" name="Google Shape;3366;p39"/>
            <p:cNvSpPr/>
            <p:nvPr/>
          </p:nvSpPr>
          <p:spPr>
            <a:xfrm>
              <a:off x="59098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7" name="Google Shape;3367;p39"/>
            <p:cNvSpPr/>
            <p:nvPr/>
          </p:nvSpPr>
          <p:spPr>
            <a:xfrm>
              <a:off x="590985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8" name="Google Shape;3368;p39"/>
            <p:cNvSpPr/>
            <p:nvPr/>
          </p:nvSpPr>
          <p:spPr>
            <a:xfrm>
              <a:off x="59098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9" name="Google Shape;3369;p39"/>
            <p:cNvSpPr/>
            <p:nvPr/>
          </p:nvSpPr>
          <p:spPr>
            <a:xfrm>
              <a:off x="59098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0" name="Google Shape;3370;p39"/>
            <p:cNvSpPr/>
            <p:nvPr/>
          </p:nvSpPr>
          <p:spPr>
            <a:xfrm>
              <a:off x="59098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1" name="Google Shape;3371;p39"/>
            <p:cNvSpPr/>
            <p:nvPr/>
          </p:nvSpPr>
          <p:spPr>
            <a:xfrm>
              <a:off x="5909850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p39"/>
            <p:cNvSpPr/>
            <p:nvPr/>
          </p:nvSpPr>
          <p:spPr>
            <a:xfrm>
              <a:off x="590985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3" name="Google Shape;3373;p39"/>
            <p:cNvSpPr/>
            <p:nvPr/>
          </p:nvSpPr>
          <p:spPr>
            <a:xfrm>
              <a:off x="59098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4" name="Google Shape;3374;p39"/>
            <p:cNvSpPr/>
            <p:nvPr/>
          </p:nvSpPr>
          <p:spPr>
            <a:xfrm>
              <a:off x="59098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5" name="Google Shape;3375;p39"/>
            <p:cNvSpPr/>
            <p:nvPr/>
          </p:nvSpPr>
          <p:spPr>
            <a:xfrm>
              <a:off x="5909850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6" name="Google Shape;3376;p39"/>
            <p:cNvSpPr/>
            <p:nvPr/>
          </p:nvSpPr>
          <p:spPr>
            <a:xfrm>
              <a:off x="59098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7" name="Google Shape;3377;p39"/>
            <p:cNvSpPr/>
            <p:nvPr/>
          </p:nvSpPr>
          <p:spPr>
            <a:xfrm>
              <a:off x="590985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8" name="Google Shape;3378;p39"/>
            <p:cNvSpPr/>
            <p:nvPr/>
          </p:nvSpPr>
          <p:spPr>
            <a:xfrm>
              <a:off x="59098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9" name="Google Shape;3379;p39"/>
            <p:cNvSpPr/>
            <p:nvPr/>
          </p:nvSpPr>
          <p:spPr>
            <a:xfrm>
              <a:off x="590985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0" name="Google Shape;3380;p39"/>
            <p:cNvSpPr/>
            <p:nvPr/>
          </p:nvSpPr>
          <p:spPr>
            <a:xfrm>
              <a:off x="60603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1" name="Google Shape;3381;p39"/>
            <p:cNvSpPr/>
            <p:nvPr/>
          </p:nvSpPr>
          <p:spPr>
            <a:xfrm>
              <a:off x="60603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2" name="Google Shape;3382;p39"/>
            <p:cNvSpPr/>
            <p:nvPr/>
          </p:nvSpPr>
          <p:spPr>
            <a:xfrm>
              <a:off x="60603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3" name="Google Shape;3383;p39"/>
            <p:cNvSpPr/>
            <p:nvPr/>
          </p:nvSpPr>
          <p:spPr>
            <a:xfrm>
              <a:off x="60603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4" name="Google Shape;3384;p39"/>
            <p:cNvSpPr/>
            <p:nvPr/>
          </p:nvSpPr>
          <p:spPr>
            <a:xfrm>
              <a:off x="6060375" y="14422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5" name="Google Shape;3385;p39"/>
            <p:cNvSpPr/>
            <p:nvPr/>
          </p:nvSpPr>
          <p:spPr>
            <a:xfrm>
              <a:off x="60603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6" name="Google Shape;3386;p39"/>
            <p:cNvSpPr/>
            <p:nvPr/>
          </p:nvSpPr>
          <p:spPr>
            <a:xfrm>
              <a:off x="6060375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7" name="Google Shape;3387;p39"/>
            <p:cNvSpPr/>
            <p:nvPr/>
          </p:nvSpPr>
          <p:spPr>
            <a:xfrm>
              <a:off x="60603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8" name="Google Shape;3388;p39"/>
            <p:cNvSpPr/>
            <p:nvPr/>
          </p:nvSpPr>
          <p:spPr>
            <a:xfrm>
              <a:off x="60603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9" name="Google Shape;3389;p39"/>
            <p:cNvSpPr/>
            <p:nvPr/>
          </p:nvSpPr>
          <p:spPr>
            <a:xfrm>
              <a:off x="60603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0" name="Google Shape;3390;p39"/>
            <p:cNvSpPr/>
            <p:nvPr/>
          </p:nvSpPr>
          <p:spPr>
            <a:xfrm>
              <a:off x="6060375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1" name="Google Shape;3391;p39"/>
            <p:cNvSpPr/>
            <p:nvPr/>
          </p:nvSpPr>
          <p:spPr>
            <a:xfrm>
              <a:off x="60603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2" name="Google Shape;3392;p39"/>
            <p:cNvSpPr/>
            <p:nvPr/>
          </p:nvSpPr>
          <p:spPr>
            <a:xfrm>
              <a:off x="6060375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3" name="Google Shape;3393;p39"/>
            <p:cNvSpPr/>
            <p:nvPr/>
          </p:nvSpPr>
          <p:spPr>
            <a:xfrm>
              <a:off x="60603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4" name="Google Shape;3394;p39"/>
            <p:cNvSpPr/>
            <p:nvPr/>
          </p:nvSpPr>
          <p:spPr>
            <a:xfrm>
              <a:off x="60603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5" name="Google Shape;3395;p39"/>
            <p:cNvSpPr/>
            <p:nvPr/>
          </p:nvSpPr>
          <p:spPr>
            <a:xfrm>
              <a:off x="60603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6" name="Google Shape;3396;p39"/>
            <p:cNvSpPr/>
            <p:nvPr/>
          </p:nvSpPr>
          <p:spPr>
            <a:xfrm>
              <a:off x="60603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7" name="Google Shape;3397;p39"/>
            <p:cNvSpPr/>
            <p:nvPr/>
          </p:nvSpPr>
          <p:spPr>
            <a:xfrm>
              <a:off x="6060375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8" name="Google Shape;3398;p39"/>
            <p:cNvSpPr/>
            <p:nvPr/>
          </p:nvSpPr>
          <p:spPr>
            <a:xfrm>
              <a:off x="60603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9" name="Google Shape;3399;p39"/>
            <p:cNvSpPr/>
            <p:nvPr/>
          </p:nvSpPr>
          <p:spPr>
            <a:xfrm>
              <a:off x="60603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0" name="Google Shape;3400;p39"/>
            <p:cNvSpPr/>
            <p:nvPr/>
          </p:nvSpPr>
          <p:spPr>
            <a:xfrm>
              <a:off x="60603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1" name="Google Shape;3401;p39"/>
            <p:cNvSpPr/>
            <p:nvPr/>
          </p:nvSpPr>
          <p:spPr>
            <a:xfrm>
              <a:off x="60603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2" name="Google Shape;3402;p39"/>
            <p:cNvSpPr/>
            <p:nvPr/>
          </p:nvSpPr>
          <p:spPr>
            <a:xfrm>
              <a:off x="60603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3" name="Google Shape;3403;p39"/>
            <p:cNvSpPr/>
            <p:nvPr/>
          </p:nvSpPr>
          <p:spPr>
            <a:xfrm>
              <a:off x="60603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4" name="Google Shape;3404;p39"/>
            <p:cNvSpPr/>
            <p:nvPr/>
          </p:nvSpPr>
          <p:spPr>
            <a:xfrm>
              <a:off x="6060375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5" name="Google Shape;3405;p39"/>
            <p:cNvSpPr/>
            <p:nvPr/>
          </p:nvSpPr>
          <p:spPr>
            <a:xfrm>
              <a:off x="6060375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6" name="Google Shape;3406;p39"/>
            <p:cNvSpPr/>
            <p:nvPr/>
          </p:nvSpPr>
          <p:spPr>
            <a:xfrm>
              <a:off x="6210875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7" name="Google Shape;3407;p39"/>
            <p:cNvSpPr/>
            <p:nvPr/>
          </p:nvSpPr>
          <p:spPr>
            <a:xfrm>
              <a:off x="6210875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8" name="Google Shape;3408;p39"/>
            <p:cNvSpPr/>
            <p:nvPr/>
          </p:nvSpPr>
          <p:spPr>
            <a:xfrm>
              <a:off x="62108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9" name="Google Shape;3409;p39"/>
            <p:cNvSpPr/>
            <p:nvPr/>
          </p:nvSpPr>
          <p:spPr>
            <a:xfrm>
              <a:off x="6210875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0" name="Google Shape;3410;p39"/>
            <p:cNvSpPr/>
            <p:nvPr/>
          </p:nvSpPr>
          <p:spPr>
            <a:xfrm>
              <a:off x="6210875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1" name="Google Shape;3411;p39"/>
            <p:cNvSpPr/>
            <p:nvPr/>
          </p:nvSpPr>
          <p:spPr>
            <a:xfrm>
              <a:off x="62108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2" name="Google Shape;3412;p39"/>
            <p:cNvSpPr/>
            <p:nvPr/>
          </p:nvSpPr>
          <p:spPr>
            <a:xfrm>
              <a:off x="62108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3" name="Google Shape;3413;p39"/>
            <p:cNvSpPr/>
            <p:nvPr/>
          </p:nvSpPr>
          <p:spPr>
            <a:xfrm>
              <a:off x="6210875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4" name="Google Shape;3414;p39"/>
            <p:cNvSpPr/>
            <p:nvPr/>
          </p:nvSpPr>
          <p:spPr>
            <a:xfrm>
              <a:off x="6210875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5" name="Google Shape;3415;p39"/>
            <p:cNvSpPr/>
            <p:nvPr/>
          </p:nvSpPr>
          <p:spPr>
            <a:xfrm>
              <a:off x="621087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6" name="Google Shape;3416;p39"/>
            <p:cNvSpPr/>
            <p:nvPr/>
          </p:nvSpPr>
          <p:spPr>
            <a:xfrm>
              <a:off x="6210875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7" name="Google Shape;3417;p39"/>
            <p:cNvSpPr/>
            <p:nvPr/>
          </p:nvSpPr>
          <p:spPr>
            <a:xfrm>
              <a:off x="6210875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8" name="Google Shape;3418;p39"/>
            <p:cNvSpPr/>
            <p:nvPr/>
          </p:nvSpPr>
          <p:spPr>
            <a:xfrm>
              <a:off x="6210875" y="35493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9" name="Google Shape;3419;p39"/>
            <p:cNvSpPr/>
            <p:nvPr/>
          </p:nvSpPr>
          <p:spPr>
            <a:xfrm>
              <a:off x="62108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0" name="Google Shape;3420;p39"/>
            <p:cNvSpPr/>
            <p:nvPr/>
          </p:nvSpPr>
          <p:spPr>
            <a:xfrm>
              <a:off x="621087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1" name="Google Shape;3421;p39"/>
            <p:cNvSpPr/>
            <p:nvPr/>
          </p:nvSpPr>
          <p:spPr>
            <a:xfrm>
              <a:off x="6210875" y="43019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2" name="Google Shape;3422;p39"/>
            <p:cNvSpPr/>
            <p:nvPr/>
          </p:nvSpPr>
          <p:spPr>
            <a:xfrm>
              <a:off x="6210875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3" name="Google Shape;3423;p39"/>
            <p:cNvSpPr/>
            <p:nvPr/>
          </p:nvSpPr>
          <p:spPr>
            <a:xfrm>
              <a:off x="6210875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4" name="Google Shape;3424;p39"/>
            <p:cNvSpPr/>
            <p:nvPr/>
          </p:nvSpPr>
          <p:spPr>
            <a:xfrm>
              <a:off x="6210875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5" name="Google Shape;3425;p39"/>
            <p:cNvSpPr/>
            <p:nvPr/>
          </p:nvSpPr>
          <p:spPr>
            <a:xfrm>
              <a:off x="6210875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6" name="Google Shape;3426;p39"/>
            <p:cNvSpPr/>
            <p:nvPr/>
          </p:nvSpPr>
          <p:spPr>
            <a:xfrm>
              <a:off x="6361375" y="3886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7" name="Google Shape;3427;p39"/>
            <p:cNvSpPr/>
            <p:nvPr/>
          </p:nvSpPr>
          <p:spPr>
            <a:xfrm>
              <a:off x="6361375" y="53912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8" name="Google Shape;3428;p39"/>
            <p:cNvSpPr/>
            <p:nvPr/>
          </p:nvSpPr>
          <p:spPr>
            <a:xfrm>
              <a:off x="6361375" y="9906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9" name="Google Shape;3429;p39"/>
            <p:cNvSpPr/>
            <p:nvPr/>
          </p:nvSpPr>
          <p:spPr>
            <a:xfrm>
              <a:off x="6361375" y="12917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0" name="Google Shape;3430;p39"/>
            <p:cNvSpPr/>
            <p:nvPr/>
          </p:nvSpPr>
          <p:spPr>
            <a:xfrm>
              <a:off x="6361375" y="159270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1" name="Google Shape;3431;p39"/>
            <p:cNvSpPr/>
            <p:nvPr/>
          </p:nvSpPr>
          <p:spPr>
            <a:xfrm>
              <a:off x="6361375" y="20442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2" name="Google Shape;3432;p39"/>
            <p:cNvSpPr/>
            <p:nvPr/>
          </p:nvSpPr>
          <p:spPr>
            <a:xfrm>
              <a:off x="6361375" y="23452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3" name="Google Shape;3433;p39"/>
            <p:cNvSpPr/>
            <p:nvPr/>
          </p:nvSpPr>
          <p:spPr>
            <a:xfrm>
              <a:off x="6361375" y="27968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4" name="Google Shape;3434;p39"/>
            <p:cNvSpPr/>
            <p:nvPr/>
          </p:nvSpPr>
          <p:spPr>
            <a:xfrm>
              <a:off x="6361375" y="30978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5" name="Google Shape;3435;p39"/>
            <p:cNvSpPr/>
            <p:nvPr/>
          </p:nvSpPr>
          <p:spPr>
            <a:xfrm>
              <a:off x="6361375" y="324832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6" name="Google Shape;3436;p39"/>
            <p:cNvSpPr/>
            <p:nvPr/>
          </p:nvSpPr>
          <p:spPr>
            <a:xfrm>
              <a:off x="6361375" y="35493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7" name="Google Shape;3437;p39"/>
            <p:cNvSpPr/>
            <p:nvPr/>
          </p:nvSpPr>
          <p:spPr>
            <a:xfrm>
              <a:off x="6361375" y="36998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8" name="Google Shape;3438;p39"/>
            <p:cNvSpPr/>
            <p:nvPr/>
          </p:nvSpPr>
          <p:spPr>
            <a:xfrm>
              <a:off x="6361375" y="38503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9" name="Google Shape;3439;p39"/>
            <p:cNvSpPr/>
            <p:nvPr/>
          </p:nvSpPr>
          <p:spPr>
            <a:xfrm>
              <a:off x="6361375" y="41514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0" name="Google Shape;3440;p39"/>
            <p:cNvSpPr/>
            <p:nvPr/>
          </p:nvSpPr>
          <p:spPr>
            <a:xfrm>
              <a:off x="6361375" y="43019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1" name="Google Shape;3441;p39"/>
            <p:cNvSpPr/>
            <p:nvPr/>
          </p:nvSpPr>
          <p:spPr>
            <a:xfrm>
              <a:off x="6361375" y="475345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2" name="Google Shape;3442;p39"/>
            <p:cNvSpPr/>
            <p:nvPr/>
          </p:nvSpPr>
          <p:spPr>
            <a:xfrm>
              <a:off x="6361375" y="5054450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3" name="Google Shape;3443;p39"/>
            <p:cNvSpPr/>
            <p:nvPr/>
          </p:nvSpPr>
          <p:spPr>
            <a:xfrm>
              <a:off x="6361375" y="5204975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4" name="Google Shape;3444;p39"/>
            <p:cNvSpPr/>
            <p:nvPr/>
          </p:nvSpPr>
          <p:spPr>
            <a:xfrm>
              <a:off x="651190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5" name="Google Shape;3445;p39"/>
            <p:cNvSpPr/>
            <p:nvPr/>
          </p:nvSpPr>
          <p:spPr>
            <a:xfrm>
              <a:off x="6511900" y="12917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6" name="Google Shape;3446;p39"/>
            <p:cNvSpPr/>
            <p:nvPr/>
          </p:nvSpPr>
          <p:spPr>
            <a:xfrm>
              <a:off x="651190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7" name="Google Shape;3447;p39"/>
            <p:cNvSpPr/>
            <p:nvPr/>
          </p:nvSpPr>
          <p:spPr>
            <a:xfrm>
              <a:off x="6511900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8" name="Google Shape;3448;p39"/>
            <p:cNvSpPr/>
            <p:nvPr/>
          </p:nvSpPr>
          <p:spPr>
            <a:xfrm>
              <a:off x="6511900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9" name="Google Shape;3449;p39"/>
            <p:cNvSpPr/>
            <p:nvPr/>
          </p:nvSpPr>
          <p:spPr>
            <a:xfrm>
              <a:off x="651190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0" name="Google Shape;3450;p39"/>
            <p:cNvSpPr/>
            <p:nvPr/>
          </p:nvSpPr>
          <p:spPr>
            <a:xfrm>
              <a:off x="651190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1" name="Google Shape;3451;p39"/>
            <p:cNvSpPr/>
            <p:nvPr/>
          </p:nvSpPr>
          <p:spPr>
            <a:xfrm>
              <a:off x="6511900" y="52049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2" name="Google Shape;3452;p39"/>
            <p:cNvSpPr/>
            <p:nvPr/>
          </p:nvSpPr>
          <p:spPr>
            <a:xfrm>
              <a:off x="666240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3" name="Google Shape;3453;p39"/>
            <p:cNvSpPr/>
            <p:nvPr/>
          </p:nvSpPr>
          <p:spPr>
            <a:xfrm>
              <a:off x="666240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4" name="Google Shape;3454;p39"/>
            <p:cNvSpPr/>
            <p:nvPr/>
          </p:nvSpPr>
          <p:spPr>
            <a:xfrm>
              <a:off x="6662400" y="26462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55" name="Google Shape;3455;p39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3456" name="Google Shape;3456;p39"/>
            <p:cNvSpPr/>
            <p:nvPr/>
          </p:nvSpPr>
          <p:spPr>
            <a:xfrm>
              <a:off x="560882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7" name="Google Shape;3457;p39"/>
            <p:cNvSpPr/>
            <p:nvPr/>
          </p:nvSpPr>
          <p:spPr>
            <a:xfrm>
              <a:off x="560882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8" name="Google Shape;3458;p39"/>
            <p:cNvSpPr/>
            <p:nvPr/>
          </p:nvSpPr>
          <p:spPr>
            <a:xfrm>
              <a:off x="5608825" y="27968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9" name="Google Shape;3459;p39"/>
            <p:cNvSpPr/>
            <p:nvPr/>
          </p:nvSpPr>
          <p:spPr>
            <a:xfrm>
              <a:off x="5608825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0" name="Google Shape;3460;p39"/>
            <p:cNvSpPr/>
            <p:nvPr/>
          </p:nvSpPr>
          <p:spPr>
            <a:xfrm>
              <a:off x="5759350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1" name="Google Shape;3461;p39"/>
            <p:cNvSpPr/>
            <p:nvPr/>
          </p:nvSpPr>
          <p:spPr>
            <a:xfrm>
              <a:off x="5759350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2" name="Google Shape;3462;p39"/>
            <p:cNvSpPr/>
            <p:nvPr/>
          </p:nvSpPr>
          <p:spPr>
            <a:xfrm>
              <a:off x="57593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3" name="Google Shape;3463;p39"/>
            <p:cNvSpPr/>
            <p:nvPr/>
          </p:nvSpPr>
          <p:spPr>
            <a:xfrm>
              <a:off x="57593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4" name="Google Shape;3464;p39"/>
            <p:cNvSpPr/>
            <p:nvPr/>
          </p:nvSpPr>
          <p:spPr>
            <a:xfrm>
              <a:off x="5759350" y="17432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5" name="Google Shape;3465;p39"/>
            <p:cNvSpPr/>
            <p:nvPr/>
          </p:nvSpPr>
          <p:spPr>
            <a:xfrm>
              <a:off x="5759350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6" name="Google Shape;3466;p39"/>
            <p:cNvSpPr/>
            <p:nvPr/>
          </p:nvSpPr>
          <p:spPr>
            <a:xfrm>
              <a:off x="57593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7" name="Google Shape;3467;p39"/>
            <p:cNvSpPr/>
            <p:nvPr/>
          </p:nvSpPr>
          <p:spPr>
            <a:xfrm>
              <a:off x="57593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8" name="Google Shape;3468;p39"/>
            <p:cNvSpPr/>
            <p:nvPr/>
          </p:nvSpPr>
          <p:spPr>
            <a:xfrm>
              <a:off x="5759350" y="29473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9" name="Google Shape;3469;p39"/>
            <p:cNvSpPr/>
            <p:nvPr/>
          </p:nvSpPr>
          <p:spPr>
            <a:xfrm>
              <a:off x="5759350" y="30978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0" name="Google Shape;3470;p39"/>
            <p:cNvSpPr/>
            <p:nvPr/>
          </p:nvSpPr>
          <p:spPr>
            <a:xfrm>
              <a:off x="5759350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1" name="Google Shape;3471;p39"/>
            <p:cNvSpPr/>
            <p:nvPr/>
          </p:nvSpPr>
          <p:spPr>
            <a:xfrm>
              <a:off x="5759350" y="38503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2" name="Google Shape;3472;p39"/>
            <p:cNvSpPr/>
            <p:nvPr/>
          </p:nvSpPr>
          <p:spPr>
            <a:xfrm>
              <a:off x="5759350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3" name="Google Shape;3473;p39"/>
            <p:cNvSpPr/>
            <p:nvPr/>
          </p:nvSpPr>
          <p:spPr>
            <a:xfrm>
              <a:off x="5759350" y="44524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4" name="Google Shape;3474;p39"/>
            <p:cNvSpPr/>
            <p:nvPr/>
          </p:nvSpPr>
          <p:spPr>
            <a:xfrm>
              <a:off x="57593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5" name="Google Shape;3475;p39"/>
            <p:cNvSpPr/>
            <p:nvPr/>
          </p:nvSpPr>
          <p:spPr>
            <a:xfrm>
              <a:off x="57593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6" name="Google Shape;3476;p39"/>
            <p:cNvSpPr/>
            <p:nvPr/>
          </p:nvSpPr>
          <p:spPr>
            <a:xfrm>
              <a:off x="5759350" y="505445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7" name="Google Shape;3477;p39"/>
            <p:cNvSpPr/>
            <p:nvPr/>
          </p:nvSpPr>
          <p:spPr>
            <a:xfrm>
              <a:off x="5909850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8" name="Google Shape;3478;p39"/>
            <p:cNvSpPr/>
            <p:nvPr/>
          </p:nvSpPr>
          <p:spPr>
            <a:xfrm>
              <a:off x="5909850" y="53912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9" name="Google Shape;3479;p39"/>
            <p:cNvSpPr/>
            <p:nvPr/>
          </p:nvSpPr>
          <p:spPr>
            <a:xfrm>
              <a:off x="5909850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0" name="Google Shape;3480;p39"/>
            <p:cNvSpPr/>
            <p:nvPr/>
          </p:nvSpPr>
          <p:spPr>
            <a:xfrm>
              <a:off x="5909850" y="9906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1" name="Google Shape;3481;p39"/>
            <p:cNvSpPr/>
            <p:nvPr/>
          </p:nvSpPr>
          <p:spPr>
            <a:xfrm>
              <a:off x="5909850" y="1592700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2" name="Google Shape;3482;p39"/>
            <p:cNvSpPr/>
            <p:nvPr/>
          </p:nvSpPr>
          <p:spPr>
            <a:xfrm>
              <a:off x="5909850" y="21947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3" name="Google Shape;3483;p39"/>
            <p:cNvSpPr/>
            <p:nvPr/>
          </p:nvSpPr>
          <p:spPr>
            <a:xfrm>
              <a:off x="5909850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4" name="Google Shape;3484;p39"/>
            <p:cNvSpPr/>
            <p:nvPr/>
          </p:nvSpPr>
          <p:spPr>
            <a:xfrm>
              <a:off x="5909850" y="24957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5" name="Google Shape;3485;p39"/>
            <p:cNvSpPr/>
            <p:nvPr/>
          </p:nvSpPr>
          <p:spPr>
            <a:xfrm>
              <a:off x="5909850" y="33988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6" name="Google Shape;3486;p39"/>
            <p:cNvSpPr/>
            <p:nvPr/>
          </p:nvSpPr>
          <p:spPr>
            <a:xfrm>
              <a:off x="5909850" y="415140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7" name="Google Shape;3487;p39"/>
            <p:cNvSpPr/>
            <p:nvPr/>
          </p:nvSpPr>
          <p:spPr>
            <a:xfrm>
              <a:off x="5909850" y="46029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8" name="Google Shape;3488;p39"/>
            <p:cNvSpPr/>
            <p:nvPr/>
          </p:nvSpPr>
          <p:spPr>
            <a:xfrm>
              <a:off x="5909850" y="47534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9" name="Google Shape;3489;p39"/>
            <p:cNvSpPr/>
            <p:nvPr/>
          </p:nvSpPr>
          <p:spPr>
            <a:xfrm>
              <a:off x="5909850" y="53554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0" name="Google Shape;3490;p39"/>
            <p:cNvSpPr/>
            <p:nvPr/>
          </p:nvSpPr>
          <p:spPr>
            <a:xfrm>
              <a:off x="60603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1" name="Google Shape;3491;p39"/>
            <p:cNvSpPr/>
            <p:nvPr/>
          </p:nvSpPr>
          <p:spPr>
            <a:xfrm>
              <a:off x="6060375" y="3886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2" name="Google Shape;3492;p39"/>
            <p:cNvSpPr/>
            <p:nvPr/>
          </p:nvSpPr>
          <p:spPr>
            <a:xfrm>
              <a:off x="6060375" y="8401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3" name="Google Shape;3493;p39"/>
            <p:cNvSpPr/>
            <p:nvPr/>
          </p:nvSpPr>
          <p:spPr>
            <a:xfrm>
              <a:off x="6060375" y="11411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4" name="Google Shape;3494;p39"/>
            <p:cNvSpPr/>
            <p:nvPr/>
          </p:nvSpPr>
          <p:spPr>
            <a:xfrm>
              <a:off x="6060375" y="18937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5" name="Google Shape;3495;p39"/>
            <p:cNvSpPr/>
            <p:nvPr/>
          </p:nvSpPr>
          <p:spPr>
            <a:xfrm>
              <a:off x="6060375" y="20442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6" name="Google Shape;3496;p39"/>
            <p:cNvSpPr/>
            <p:nvPr/>
          </p:nvSpPr>
          <p:spPr>
            <a:xfrm>
              <a:off x="60603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7" name="Google Shape;3497;p39"/>
            <p:cNvSpPr/>
            <p:nvPr/>
          </p:nvSpPr>
          <p:spPr>
            <a:xfrm>
              <a:off x="6060375" y="4000875"/>
              <a:ext cx="121400" cy="121425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8" name="Google Shape;3498;p39"/>
            <p:cNvSpPr/>
            <p:nvPr/>
          </p:nvSpPr>
          <p:spPr>
            <a:xfrm>
              <a:off x="6210875" y="2381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9" name="Google Shape;3499;p39"/>
            <p:cNvSpPr/>
            <p:nvPr/>
          </p:nvSpPr>
          <p:spPr>
            <a:xfrm>
              <a:off x="6210875" y="6896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0" name="Google Shape;3500;p39"/>
            <p:cNvSpPr/>
            <p:nvPr/>
          </p:nvSpPr>
          <p:spPr>
            <a:xfrm>
              <a:off x="6210875" y="23452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1" name="Google Shape;3501;p39"/>
            <p:cNvSpPr/>
            <p:nvPr/>
          </p:nvSpPr>
          <p:spPr>
            <a:xfrm>
              <a:off x="6210875" y="324832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2" name="Google Shape;3502;p39"/>
            <p:cNvSpPr/>
            <p:nvPr/>
          </p:nvSpPr>
          <p:spPr>
            <a:xfrm>
              <a:off x="6210875" y="3699875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3" name="Google Shape;3503;p39"/>
            <p:cNvSpPr/>
            <p:nvPr/>
          </p:nvSpPr>
          <p:spPr>
            <a:xfrm>
              <a:off x="6361375" y="1442200"/>
              <a:ext cx="121425" cy="121400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4" name="Google Shape;3504;p39"/>
            <p:cNvSpPr/>
            <p:nvPr/>
          </p:nvSpPr>
          <p:spPr>
            <a:xfrm>
              <a:off x="6361375" y="2646275"/>
              <a:ext cx="121425" cy="121425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5" name="Google Shape;3505;p39"/>
            <p:cNvSpPr/>
            <p:nvPr/>
          </p:nvSpPr>
          <p:spPr>
            <a:xfrm>
              <a:off x="6662400" y="4903950"/>
              <a:ext cx="121400" cy="121400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background">
  <p:cSld name="BLANK_1_1">
    <p:bg>
      <p:bgPr>
        <a:solidFill>
          <a:schemeClr val="accent6"/>
        </a:solidFill>
      </p:bgPr>
    </p:bg>
    <p:spTree>
      <p:nvGrpSpPr>
        <p:cNvPr id="3506" name="Shape 3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7" name="Google Shape;3507;p40"/>
          <p:cNvGrpSpPr/>
          <p:nvPr/>
        </p:nvGrpSpPr>
        <p:grpSpPr>
          <a:xfrm>
            <a:off x="7828607" y="28698"/>
            <a:ext cx="1286904" cy="5086302"/>
            <a:chOff x="6367294" y="28698"/>
            <a:chExt cx="1286904" cy="5086302"/>
          </a:xfrm>
        </p:grpSpPr>
        <p:sp>
          <p:nvSpPr>
            <p:cNvPr id="3508" name="Google Shape;3508;p40"/>
            <p:cNvSpPr/>
            <p:nvPr/>
          </p:nvSpPr>
          <p:spPr>
            <a:xfrm rot="10800000">
              <a:off x="7536331" y="61320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9" name="Google Shape;3509;p40"/>
            <p:cNvSpPr/>
            <p:nvPr/>
          </p:nvSpPr>
          <p:spPr>
            <a:xfrm rot="10800000">
              <a:off x="7244066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0" name="Google Shape;3510;p40"/>
            <p:cNvSpPr/>
            <p:nvPr/>
          </p:nvSpPr>
          <p:spPr>
            <a:xfrm rot="10800000">
              <a:off x="7244066" y="17481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1" name="Google Shape;3511;p40"/>
            <p:cNvSpPr/>
            <p:nvPr/>
          </p:nvSpPr>
          <p:spPr>
            <a:xfrm rot="10800000">
              <a:off x="6659535" y="4266482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2" name="Google Shape;3512;p40"/>
            <p:cNvSpPr/>
            <p:nvPr/>
          </p:nvSpPr>
          <p:spPr>
            <a:xfrm rot="10800000">
              <a:off x="7536331" y="4704867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3" name="Google Shape;3513;p40"/>
            <p:cNvSpPr/>
            <p:nvPr/>
          </p:nvSpPr>
          <p:spPr>
            <a:xfrm rot="10800000">
              <a:off x="7536331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4" name="Google Shape;3514;p40"/>
            <p:cNvSpPr/>
            <p:nvPr/>
          </p:nvSpPr>
          <p:spPr>
            <a:xfrm rot="10800000">
              <a:off x="7536331" y="426648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5" name="Google Shape;3515;p40"/>
            <p:cNvSpPr/>
            <p:nvPr/>
          </p:nvSpPr>
          <p:spPr>
            <a:xfrm rot="10800000">
              <a:off x="7536331" y="397421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6" name="Google Shape;3516;p40"/>
            <p:cNvSpPr/>
            <p:nvPr/>
          </p:nvSpPr>
          <p:spPr>
            <a:xfrm rot="10800000">
              <a:off x="7536331" y="382809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7" name="Google Shape;3517;p40"/>
            <p:cNvSpPr/>
            <p:nvPr/>
          </p:nvSpPr>
          <p:spPr>
            <a:xfrm rot="10800000">
              <a:off x="7536331" y="3681951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8" name="Google Shape;3518;p40"/>
            <p:cNvSpPr/>
            <p:nvPr/>
          </p:nvSpPr>
          <p:spPr>
            <a:xfrm rot="10800000">
              <a:off x="7536331" y="353583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9" name="Google Shape;3519;p40"/>
            <p:cNvSpPr/>
            <p:nvPr/>
          </p:nvSpPr>
          <p:spPr>
            <a:xfrm rot="10800000">
              <a:off x="7536331" y="309744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0" name="Google Shape;3520;p40"/>
            <p:cNvSpPr/>
            <p:nvPr/>
          </p:nvSpPr>
          <p:spPr>
            <a:xfrm rot="10800000">
              <a:off x="7536331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1" name="Google Shape;3521;p40"/>
            <p:cNvSpPr/>
            <p:nvPr/>
          </p:nvSpPr>
          <p:spPr>
            <a:xfrm rot="10800000">
              <a:off x="7536331" y="280518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2" name="Google Shape;3522;p40"/>
            <p:cNvSpPr/>
            <p:nvPr/>
          </p:nvSpPr>
          <p:spPr>
            <a:xfrm rot="10800000">
              <a:off x="7536331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3" name="Google Shape;3523;p40"/>
            <p:cNvSpPr/>
            <p:nvPr/>
          </p:nvSpPr>
          <p:spPr>
            <a:xfrm rot="10800000">
              <a:off x="7536331" y="251291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4" name="Google Shape;3524;p40"/>
            <p:cNvSpPr/>
            <p:nvPr/>
          </p:nvSpPr>
          <p:spPr>
            <a:xfrm rot="10800000">
              <a:off x="7536331" y="2366770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5" name="Google Shape;3525;p40"/>
            <p:cNvSpPr/>
            <p:nvPr/>
          </p:nvSpPr>
          <p:spPr>
            <a:xfrm rot="10800000">
              <a:off x="7536331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6" name="Google Shape;3526;p40"/>
            <p:cNvSpPr/>
            <p:nvPr/>
          </p:nvSpPr>
          <p:spPr>
            <a:xfrm rot="10800000">
              <a:off x="7536331" y="207452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7" name="Google Shape;3527;p40"/>
            <p:cNvSpPr/>
            <p:nvPr/>
          </p:nvSpPr>
          <p:spPr>
            <a:xfrm rot="10800000">
              <a:off x="7536331" y="192838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8" name="Google Shape;3528;p40"/>
            <p:cNvSpPr/>
            <p:nvPr/>
          </p:nvSpPr>
          <p:spPr>
            <a:xfrm rot="10800000">
              <a:off x="7536331" y="178226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9" name="Google Shape;3529;p40"/>
            <p:cNvSpPr/>
            <p:nvPr/>
          </p:nvSpPr>
          <p:spPr>
            <a:xfrm rot="10800000">
              <a:off x="7536331" y="148999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0" name="Google Shape;3530;p40"/>
            <p:cNvSpPr/>
            <p:nvPr/>
          </p:nvSpPr>
          <p:spPr>
            <a:xfrm rot="10800000">
              <a:off x="7536331" y="119773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1" name="Google Shape;3531;p40"/>
            <p:cNvSpPr/>
            <p:nvPr/>
          </p:nvSpPr>
          <p:spPr>
            <a:xfrm rot="10800000">
              <a:off x="7536331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2" name="Google Shape;3532;p40"/>
            <p:cNvSpPr/>
            <p:nvPr/>
          </p:nvSpPr>
          <p:spPr>
            <a:xfrm rot="10800000">
              <a:off x="7536331" y="90546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3" name="Google Shape;3533;p40"/>
            <p:cNvSpPr/>
            <p:nvPr/>
          </p:nvSpPr>
          <p:spPr>
            <a:xfrm rot="10800000">
              <a:off x="7536331" y="75934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4" name="Google Shape;3534;p40"/>
            <p:cNvSpPr/>
            <p:nvPr/>
          </p:nvSpPr>
          <p:spPr>
            <a:xfrm rot="10800000">
              <a:off x="7536331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5" name="Google Shape;3535;p40"/>
            <p:cNvSpPr/>
            <p:nvPr/>
          </p:nvSpPr>
          <p:spPr>
            <a:xfrm rot="10800000">
              <a:off x="7536331" y="320938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6" name="Google Shape;3536;p40"/>
            <p:cNvSpPr/>
            <p:nvPr/>
          </p:nvSpPr>
          <p:spPr>
            <a:xfrm rot="10800000">
              <a:off x="7536331" y="17481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7" name="Google Shape;3537;p40"/>
            <p:cNvSpPr/>
            <p:nvPr/>
          </p:nvSpPr>
          <p:spPr>
            <a:xfrm rot="10800000">
              <a:off x="7536331" y="2869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8" name="Google Shape;3538;p40"/>
            <p:cNvSpPr/>
            <p:nvPr/>
          </p:nvSpPr>
          <p:spPr>
            <a:xfrm rot="10800000">
              <a:off x="7390210" y="485101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9" name="Google Shape;3539;p40"/>
            <p:cNvSpPr/>
            <p:nvPr/>
          </p:nvSpPr>
          <p:spPr>
            <a:xfrm rot="10800000">
              <a:off x="7390210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0" name="Google Shape;3540;p40"/>
            <p:cNvSpPr/>
            <p:nvPr/>
          </p:nvSpPr>
          <p:spPr>
            <a:xfrm rot="10800000">
              <a:off x="7390210" y="441262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1" name="Google Shape;3541;p40"/>
            <p:cNvSpPr/>
            <p:nvPr/>
          </p:nvSpPr>
          <p:spPr>
            <a:xfrm rot="10800000">
              <a:off x="7390210" y="426648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2" name="Google Shape;3542;p40"/>
            <p:cNvSpPr/>
            <p:nvPr/>
          </p:nvSpPr>
          <p:spPr>
            <a:xfrm rot="10800000">
              <a:off x="7390210" y="412036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3" name="Google Shape;3543;p40"/>
            <p:cNvSpPr/>
            <p:nvPr/>
          </p:nvSpPr>
          <p:spPr>
            <a:xfrm rot="10800000">
              <a:off x="7390210" y="382809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4" name="Google Shape;3544;p40"/>
            <p:cNvSpPr/>
            <p:nvPr/>
          </p:nvSpPr>
          <p:spPr>
            <a:xfrm rot="10800000">
              <a:off x="7390210" y="353583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5" name="Google Shape;3545;p40"/>
            <p:cNvSpPr/>
            <p:nvPr/>
          </p:nvSpPr>
          <p:spPr>
            <a:xfrm rot="10800000">
              <a:off x="7390210" y="338971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6" name="Google Shape;3546;p40"/>
            <p:cNvSpPr/>
            <p:nvPr/>
          </p:nvSpPr>
          <p:spPr>
            <a:xfrm rot="10800000">
              <a:off x="7390210" y="324356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7" name="Google Shape;3547;p40"/>
            <p:cNvSpPr/>
            <p:nvPr/>
          </p:nvSpPr>
          <p:spPr>
            <a:xfrm rot="10800000">
              <a:off x="7390210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8" name="Google Shape;3548;p40"/>
            <p:cNvSpPr/>
            <p:nvPr/>
          </p:nvSpPr>
          <p:spPr>
            <a:xfrm rot="10800000">
              <a:off x="7390210" y="280518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9" name="Google Shape;3549;p40"/>
            <p:cNvSpPr/>
            <p:nvPr/>
          </p:nvSpPr>
          <p:spPr>
            <a:xfrm rot="10800000">
              <a:off x="7390210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0" name="Google Shape;3550;p40"/>
            <p:cNvSpPr/>
            <p:nvPr/>
          </p:nvSpPr>
          <p:spPr>
            <a:xfrm rot="10800000">
              <a:off x="7390210" y="251291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1" name="Google Shape;3551;p40"/>
            <p:cNvSpPr/>
            <p:nvPr/>
          </p:nvSpPr>
          <p:spPr>
            <a:xfrm rot="10800000">
              <a:off x="7390210" y="2366770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2" name="Google Shape;3552;p40"/>
            <p:cNvSpPr/>
            <p:nvPr/>
          </p:nvSpPr>
          <p:spPr>
            <a:xfrm rot="10800000">
              <a:off x="7390210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3" name="Google Shape;3553;p40"/>
            <p:cNvSpPr/>
            <p:nvPr/>
          </p:nvSpPr>
          <p:spPr>
            <a:xfrm rot="10800000">
              <a:off x="7390210" y="207452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4" name="Google Shape;3554;p40"/>
            <p:cNvSpPr/>
            <p:nvPr/>
          </p:nvSpPr>
          <p:spPr>
            <a:xfrm rot="10800000">
              <a:off x="7390210" y="178226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5" name="Google Shape;3555;p40"/>
            <p:cNvSpPr/>
            <p:nvPr/>
          </p:nvSpPr>
          <p:spPr>
            <a:xfrm rot="10800000">
              <a:off x="7390210" y="148999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6" name="Google Shape;3556;p40"/>
            <p:cNvSpPr/>
            <p:nvPr/>
          </p:nvSpPr>
          <p:spPr>
            <a:xfrm rot="10800000">
              <a:off x="7390210" y="1343854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7" name="Google Shape;3557;p40"/>
            <p:cNvSpPr/>
            <p:nvPr/>
          </p:nvSpPr>
          <p:spPr>
            <a:xfrm rot="10800000">
              <a:off x="7390210" y="119773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8" name="Google Shape;3558;p40"/>
            <p:cNvSpPr/>
            <p:nvPr/>
          </p:nvSpPr>
          <p:spPr>
            <a:xfrm rot="10800000">
              <a:off x="7390210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9" name="Google Shape;3559;p40"/>
            <p:cNvSpPr/>
            <p:nvPr/>
          </p:nvSpPr>
          <p:spPr>
            <a:xfrm rot="10800000">
              <a:off x="7390210" y="75934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0" name="Google Shape;3560;p40"/>
            <p:cNvSpPr/>
            <p:nvPr/>
          </p:nvSpPr>
          <p:spPr>
            <a:xfrm rot="10800000">
              <a:off x="7390210" y="61320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1" name="Google Shape;3561;p40"/>
            <p:cNvSpPr/>
            <p:nvPr/>
          </p:nvSpPr>
          <p:spPr>
            <a:xfrm rot="10800000">
              <a:off x="7390210" y="320938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2" name="Google Shape;3562;p40"/>
            <p:cNvSpPr/>
            <p:nvPr/>
          </p:nvSpPr>
          <p:spPr>
            <a:xfrm rot="10800000">
              <a:off x="7390210" y="2869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3" name="Google Shape;3563;p40"/>
            <p:cNvSpPr/>
            <p:nvPr/>
          </p:nvSpPr>
          <p:spPr>
            <a:xfrm rot="10800000">
              <a:off x="7244066" y="4704867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4" name="Google Shape;3564;p40"/>
            <p:cNvSpPr/>
            <p:nvPr/>
          </p:nvSpPr>
          <p:spPr>
            <a:xfrm rot="10800000">
              <a:off x="7244066" y="426648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5" name="Google Shape;3565;p40"/>
            <p:cNvSpPr/>
            <p:nvPr/>
          </p:nvSpPr>
          <p:spPr>
            <a:xfrm rot="10800000">
              <a:off x="7244066" y="412036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6" name="Google Shape;3566;p40"/>
            <p:cNvSpPr/>
            <p:nvPr/>
          </p:nvSpPr>
          <p:spPr>
            <a:xfrm rot="10800000">
              <a:off x="7244066" y="397421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7" name="Google Shape;3567;p40"/>
            <p:cNvSpPr/>
            <p:nvPr/>
          </p:nvSpPr>
          <p:spPr>
            <a:xfrm rot="10800000">
              <a:off x="7244066" y="3681951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8" name="Google Shape;3568;p40"/>
            <p:cNvSpPr/>
            <p:nvPr/>
          </p:nvSpPr>
          <p:spPr>
            <a:xfrm rot="10800000">
              <a:off x="7244066" y="338971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9" name="Google Shape;3569;p40"/>
            <p:cNvSpPr/>
            <p:nvPr/>
          </p:nvSpPr>
          <p:spPr>
            <a:xfrm rot="10800000">
              <a:off x="7244066" y="324356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0" name="Google Shape;3570;p40"/>
            <p:cNvSpPr/>
            <p:nvPr/>
          </p:nvSpPr>
          <p:spPr>
            <a:xfrm rot="10800000">
              <a:off x="7244066" y="309744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1" name="Google Shape;3571;p40"/>
            <p:cNvSpPr/>
            <p:nvPr/>
          </p:nvSpPr>
          <p:spPr>
            <a:xfrm rot="10800000">
              <a:off x="7244066" y="280518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2" name="Google Shape;3572;p40"/>
            <p:cNvSpPr/>
            <p:nvPr/>
          </p:nvSpPr>
          <p:spPr>
            <a:xfrm rot="10800000">
              <a:off x="7244066" y="251291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3" name="Google Shape;3573;p40"/>
            <p:cNvSpPr/>
            <p:nvPr/>
          </p:nvSpPr>
          <p:spPr>
            <a:xfrm rot="10800000">
              <a:off x="7244066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4" name="Google Shape;3574;p40"/>
            <p:cNvSpPr/>
            <p:nvPr/>
          </p:nvSpPr>
          <p:spPr>
            <a:xfrm rot="10800000">
              <a:off x="7244066" y="192838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5" name="Google Shape;3575;p40"/>
            <p:cNvSpPr/>
            <p:nvPr/>
          </p:nvSpPr>
          <p:spPr>
            <a:xfrm rot="10800000">
              <a:off x="7244066" y="178226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6" name="Google Shape;3576;p40"/>
            <p:cNvSpPr/>
            <p:nvPr/>
          </p:nvSpPr>
          <p:spPr>
            <a:xfrm rot="10800000">
              <a:off x="7244066" y="1343854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7" name="Google Shape;3577;p40"/>
            <p:cNvSpPr/>
            <p:nvPr/>
          </p:nvSpPr>
          <p:spPr>
            <a:xfrm rot="10800000">
              <a:off x="7244066" y="119773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8" name="Google Shape;3578;p40"/>
            <p:cNvSpPr/>
            <p:nvPr/>
          </p:nvSpPr>
          <p:spPr>
            <a:xfrm rot="10800000">
              <a:off x="7244066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9" name="Google Shape;3579;p40"/>
            <p:cNvSpPr/>
            <p:nvPr/>
          </p:nvSpPr>
          <p:spPr>
            <a:xfrm rot="10800000">
              <a:off x="7244066" y="90546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0" name="Google Shape;3580;p40"/>
            <p:cNvSpPr/>
            <p:nvPr/>
          </p:nvSpPr>
          <p:spPr>
            <a:xfrm rot="10800000">
              <a:off x="7244066" y="75934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1" name="Google Shape;3581;p40"/>
            <p:cNvSpPr/>
            <p:nvPr/>
          </p:nvSpPr>
          <p:spPr>
            <a:xfrm rot="10800000">
              <a:off x="7244066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2" name="Google Shape;3582;p40"/>
            <p:cNvSpPr/>
            <p:nvPr/>
          </p:nvSpPr>
          <p:spPr>
            <a:xfrm rot="10800000">
              <a:off x="7244066" y="320938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3" name="Google Shape;3583;p40"/>
            <p:cNvSpPr/>
            <p:nvPr/>
          </p:nvSpPr>
          <p:spPr>
            <a:xfrm rot="10800000">
              <a:off x="7097945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4" name="Google Shape;3584;p40"/>
            <p:cNvSpPr/>
            <p:nvPr/>
          </p:nvSpPr>
          <p:spPr>
            <a:xfrm rot="10800000">
              <a:off x="7097945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5" name="Google Shape;3585;p40"/>
            <p:cNvSpPr/>
            <p:nvPr/>
          </p:nvSpPr>
          <p:spPr>
            <a:xfrm rot="10800000">
              <a:off x="7097945" y="426648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6" name="Google Shape;3586;p40"/>
            <p:cNvSpPr/>
            <p:nvPr/>
          </p:nvSpPr>
          <p:spPr>
            <a:xfrm rot="10800000">
              <a:off x="7097945" y="382809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7" name="Google Shape;3587;p40"/>
            <p:cNvSpPr/>
            <p:nvPr/>
          </p:nvSpPr>
          <p:spPr>
            <a:xfrm rot="10800000">
              <a:off x="7097945" y="3681951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8" name="Google Shape;3588;p40"/>
            <p:cNvSpPr/>
            <p:nvPr/>
          </p:nvSpPr>
          <p:spPr>
            <a:xfrm rot="10800000">
              <a:off x="7097945" y="309744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9" name="Google Shape;3589;p40"/>
            <p:cNvSpPr/>
            <p:nvPr/>
          </p:nvSpPr>
          <p:spPr>
            <a:xfrm rot="10800000">
              <a:off x="7097945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0" name="Google Shape;3590;p40"/>
            <p:cNvSpPr/>
            <p:nvPr/>
          </p:nvSpPr>
          <p:spPr>
            <a:xfrm rot="10800000">
              <a:off x="7097945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1" name="Google Shape;3591;p40"/>
            <p:cNvSpPr/>
            <p:nvPr/>
          </p:nvSpPr>
          <p:spPr>
            <a:xfrm rot="10800000">
              <a:off x="7097945" y="251291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2" name="Google Shape;3592;p40"/>
            <p:cNvSpPr/>
            <p:nvPr/>
          </p:nvSpPr>
          <p:spPr>
            <a:xfrm rot="10800000">
              <a:off x="7097945" y="2366770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3" name="Google Shape;3593;p40"/>
            <p:cNvSpPr/>
            <p:nvPr/>
          </p:nvSpPr>
          <p:spPr>
            <a:xfrm rot="10800000">
              <a:off x="7097945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4" name="Google Shape;3594;p40"/>
            <p:cNvSpPr/>
            <p:nvPr/>
          </p:nvSpPr>
          <p:spPr>
            <a:xfrm rot="10800000">
              <a:off x="7097945" y="178226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5" name="Google Shape;3595;p40"/>
            <p:cNvSpPr/>
            <p:nvPr/>
          </p:nvSpPr>
          <p:spPr>
            <a:xfrm rot="10800000">
              <a:off x="7097945" y="163612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6" name="Google Shape;3596;p40"/>
            <p:cNvSpPr/>
            <p:nvPr/>
          </p:nvSpPr>
          <p:spPr>
            <a:xfrm rot="10800000">
              <a:off x="7097945" y="148999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7" name="Google Shape;3597;p40"/>
            <p:cNvSpPr/>
            <p:nvPr/>
          </p:nvSpPr>
          <p:spPr>
            <a:xfrm rot="10800000">
              <a:off x="7097945" y="119773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8" name="Google Shape;3598;p40"/>
            <p:cNvSpPr/>
            <p:nvPr/>
          </p:nvSpPr>
          <p:spPr>
            <a:xfrm rot="10800000">
              <a:off x="7097945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9" name="Google Shape;3599;p40"/>
            <p:cNvSpPr/>
            <p:nvPr/>
          </p:nvSpPr>
          <p:spPr>
            <a:xfrm rot="10800000">
              <a:off x="7097945" y="17481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0" name="Google Shape;3600;p40"/>
            <p:cNvSpPr/>
            <p:nvPr/>
          </p:nvSpPr>
          <p:spPr>
            <a:xfrm rot="10800000">
              <a:off x="7097945" y="2869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1" name="Google Shape;3601;p40"/>
            <p:cNvSpPr/>
            <p:nvPr/>
          </p:nvSpPr>
          <p:spPr>
            <a:xfrm rot="10800000">
              <a:off x="6951800" y="4851012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2" name="Google Shape;3602;p40"/>
            <p:cNvSpPr/>
            <p:nvPr/>
          </p:nvSpPr>
          <p:spPr>
            <a:xfrm rot="10800000">
              <a:off x="6951800" y="4704867"/>
              <a:ext cx="117892" cy="117892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3" name="Google Shape;3603;p40"/>
            <p:cNvSpPr/>
            <p:nvPr/>
          </p:nvSpPr>
          <p:spPr>
            <a:xfrm rot="10800000">
              <a:off x="6951800" y="4266482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4" name="Google Shape;3604;p40"/>
            <p:cNvSpPr/>
            <p:nvPr/>
          </p:nvSpPr>
          <p:spPr>
            <a:xfrm rot="10800000">
              <a:off x="6951800" y="3974217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5" name="Google Shape;3605;p40"/>
            <p:cNvSpPr/>
            <p:nvPr/>
          </p:nvSpPr>
          <p:spPr>
            <a:xfrm rot="10800000">
              <a:off x="6951800" y="3681951"/>
              <a:ext cx="117892" cy="117892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6" name="Google Shape;3606;p40"/>
            <p:cNvSpPr/>
            <p:nvPr/>
          </p:nvSpPr>
          <p:spPr>
            <a:xfrm rot="10800000">
              <a:off x="6951800" y="3243566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7" name="Google Shape;3607;p40"/>
            <p:cNvSpPr/>
            <p:nvPr/>
          </p:nvSpPr>
          <p:spPr>
            <a:xfrm rot="10800000">
              <a:off x="6951800" y="2951301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8" name="Google Shape;3608;p40"/>
            <p:cNvSpPr/>
            <p:nvPr/>
          </p:nvSpPr>
          <p:spPr>
            <a:xfrm rot="10800000">
              <a:off x="6951800" y="2512915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9" name="Google Shape;3609;p40"/>
            <p:cNvSpPr/>
            <p:nvPr/>
          </p:nvSpPr>
          <p:spPr>
            <a:xfrm rot="10800000">
              <a:off x="6951800" y="2220650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0" name="Google Shape;3610;p40"/>
            <p:cNvSpPr/>
            <p:nvPr/>
          </p:nvSpPr>
          <p:spPr>
            <a:xfrm rot="10800000">
              <a:off x="6951800" y="2074529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1" name="Google Shape;3611;p40"/>
            <p:cNvSpPr/>
            <p:nvPr/>
          </p:nvSpPr>
          <p:spPr>
            <a:xfrm rot="10800000">
              <a:off x="6951800" y="1782264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2" name="Google Shape;3612;p40"/>
            <p:cNvSpPr/>
            <p:nvPr/>
          </p:nvSpPr>
          <p:spPr>
            <a:xfrm rot="10800000">
              <a:off x="6951800" y="1636120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3" name="Google Shape;3613;p40"/>
            <p:cNvSpPr/>
            <p:nvPr/>
          </p:nvSpPr>
          <p:spPr>
            <a:xfrm rot="10800000">
              <a:off x="6951800" y="1489999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4" name="Google Shape;3614;p40"/>
            <p:cNvSpPr/>
            <p:nvPr/>
          </p:nvSpPr>
          <p:spPr>
            <a:xfrm rot="10800000">
              <a:off x="6951800" y="1197734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5" name="Google Shape;3615;p40"/>
            <p:cNvSpPr/>
            <p:nvPr/>
          </p:nvSpPr>
          <p:spPr>
            <a:xfrm rot="10800000">
              <a:off x="6951800" y="1051613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6" name="Google Shape;3616;p40"/>
            <p:cNvSpPr/>
            <p:nvPr/>
          </p:nvSpPr>
          <p:spPr>
            <a:xfrm rot="10800000">
              <a:off x="6951800" y="613204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7" name="Google Shape;3617;p40"/>
            <p:cNvSpPr/>
            <p:nvPr/>
          </p:nvSpPr>
          <p:spPr>
            <a:xfrm rot="10800000">
              <a:off x="6951800" y="320938"/>
              <a:ext cx="117892" cy="117892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8" name="Google Shape;3618;p40"/>
            <p:cNvSpPr/>
            <p:nvPr/>
          </p:nvSpPr>
          <p:spPr>
            <a:xfrm rot="10800000">
              <a:off x="6951800" y="174818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9" name="Google Shape;3619;p40"/>
            <p:cNvSpPr/>
            <p:nvPr/>
          </p:nvSpPr>
          <p:spPr>
            <a:xfrm rot="10800000">
              <a:off x="6805680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0" name="Google Shape;3620;p40"/>
            <p:cNvSpPr/>
            <p:nvPr/>
          </p:nvSpPr>
          <p:spPr>
            <a:xfrm rot="10800000">
              <a:off x="6805680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1" name="Google Shape;3621;p40"/>
            <p:cNvSpPr/>
            <p:nvPr/>
          </p:nvSpPr>
          <p:spPr>
            <a:xfrm rot="10800000">
              <a:off x="6805680" y="412036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2" name="Google Shape;3622;p40"/>
            <p:cNvSpPr/>
            <p:nvPr/>
          </p:nvSpPr>
          <p:spPr>
            <a:xfrm rot="10800000">
              <a:off x="6805680" y="353583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3" name="Google Shape;3623;p40"/>
            <p:cNvSpPr/>
            <p:nvPr/>
          </p:nvSpPr>
          <p:spPr>
            <a:xfrm rot="10800000">
              <a:off x="6805680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4" name="Google Shape;3624;p40"/>
            <p:cNvSpPr/>
            <p:nvPr/>
          </p:nvSpPr>
          <p:spPr>
            <a:xfrm rot="10800000">
              <a:off x="6805680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5" name="Google Shape;3625;p40"/>
            <p:cNvSpPr/>
            <p:nvPr/>
          </p:nvSpPr>
          <p:spPr>
            <a:xfrm rot="10800000">
              <a:off x="6805680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6" name="Google Shape;3626;p40"/>
            <p:cNvSpPr/>
            <p:nvPr/>
          </p:nvSpPr>
          <p:spPr>
            <a:xfrm rot="10800000">
              <a:off x="6805680" y="90546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7" name="Google Shape;3627;p40"/>
            <p:cNvSpPr/>
            <p:nvPr/>
          </p:nvSpPr>
          <p:spPr>
            <a:xfrm rot="10800000">
              <a:off x="6805680" y="2869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8" name="Google Shape;3628;p40"/>
            <p:cNvSpPr/>
            <p:nvPr/>
          </p:nvSpPr>
          <p:spPr>
            <a:xfrm rot="10800000">
              <a:off x="6659535" y="4851012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9" name="Google Shape;3629;p40"/>
            <p:cNvSpPr/>
            <p:nvPr/>
          </p:nvSpPr>
          <p:spPr>
            <a:xfrm rot="10800000">
              <a:off x="6659535" y="3974217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0" name="Google Shape;3630;p40"/>
            <p:cNvSpPr/>
            <p:nvPr/>
          </p:nvSpPr>
          <p:spPr>
            <a:xfrm rot="10800000">
              <a:off x="6659535" y="3243566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1" name="Google Shape;3631;p40"/>
            <p:cNvSpPr/>
            <p:nvPr/>
          </p:nvSpPr>
          <p:spPr>
            <a:xfrm rot="10800000">
              <a:off x="6659535" y="2512915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2" name="Google Shape;3632;p40"/>
            <p:cNvSpPr/>
            <p:nvPr/>
          </p:nvSpPr>
          <p:spPr>
            <a:xfrm rot="10800000">
              <a:off x="6659535" y="1636120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3" name="Google Shape;3633;p40"/>
            <p:cNvSpPr/>
            <p:nvPr/>
          </p:nvSpPr>
          <p:spPr>
            <a:xfrm rot="10800000">
              <a:off x="6659535" y="905469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4" name="Google Shape;3634;p40"/>
            <p:cNvSpPr/>
            <p:nvPr/>
          </p:nvSpPr>
          <p:spPr>
            <a:xfrm rot="10800000">
              <a:off x="6659535" y="759348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5" name="Google Shape;3635;p40"/>
            <p:cNvSpPr/>
            <p:nvPr/>
          </p:nvSpPr>
          <p:spPr>
            <a:xfrm rot="10800000">
              <a:off x="6659535" y="174818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6" name="Google Shape;3636;p40"/>
            <p:cNvSpPr/>
            <p:nvPr/>
          </p:nvSpPr>
          <p:spPr>
            <a:xfrm rot="10800000">
              <a:off x="6513415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7" name="Google Shape;3637;p40"/>
            <p:cNvSpPr/>
            <p:nvPr/>
          </p:nvSpPr>
          <p:spPr>
            <a:xfrm rot="10800000">
              <a:off x="6513415" y="397421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8" name="Google Shape;3638;p40"/>
            <p:cNvSpPr/>
            <p:nvPr/>
          </p:nvSpPr>
          <p:spPr>
            <a:xfrm rot="10800000">
              <a:off x="6513415" y="207452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9" name="Google Shape;3639;p40"/>
            <p:cNvSpPr/>
            <p:nvPr/>
          </p:nvSpPr>
          <p:spPr>
            <a:xfrm rot="10800000">
              <a:off x="6513415" y="148999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0" name="Google Shape;3640;p40"/>
            <p:cNvSpPr/>
            <p:nvPr/>
          </p:nvSpPr>
          <p:spPr>
            <a:xfrm rot="10800000">
              <a:off x="6513415" y="90546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1" name="Google Shape;3641;p40"/>
            <p:cNvSpPr/>
            <p:nvPr/>
          </p:nvSpPr>
          <p:spPr>
            <a:xfrm rot="10800000">
              <a:off x="6513415" y="17481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2" name="Google Shape;3642;p40"/>
            <p:cNvSpPr/>
            <p:nvPr/>
          </p:nvSpPr>
          <p:spPr>
            <a:xfrm rot="10800000">
              <a:off x="6367294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3" name="Google Shape;3643;p40"/>
            <p:cNvSpPr/>
            <p:nvPr/>
          </p:nvSpPr>
          <p:spPr>
            <a:xfrm rot="10800000">
              <a:off x="6367294" y="3681951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4" name="Google Shape;3644;p40"/>
            <p:cNvSpPr/>
            <p:nvPr/>
          </p:nvSpPr>
          <p:spPr>
            <a:xfrm rot="10800000">
              <a:off x="6367294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5" name="Google Shape;3645;p40"/>
            <p:cNvSpPr/>
            <p:nvPr/>
          </p:nvSpPr>
          <p:spPr>
            <a:xfrm rot="10800000">
              <a:off x="7536331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6" name="Google Shape;3646;p40"/>
            <p:cNvSpPr/>
            <p:nvPr/>
          </p:nvSpPr>
          <p:spPr>
            <a:xfrm rot="10800000">
              <a:off x="7536331" y="485101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7" name="Google Shape;3647;p40"/>
            <p:cNvSpPr/>
            <p:nvPr/>
          </p:nvSpPr>
          <p:spPr>
            <a:xfrm rot="10800000">
              <a:off x="7536331" y="441262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8" name="Google Shape;3648;p40"/>
            <p:cNvSpPr/>
            <p:nvPr/>
          </p:nvSpPr>
          <p:spPr>
            <a:xfrm rot="10800000">
              <a:off x="7536331" y="412036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9" name="Google Shape;3649;p40"/>
            <p:cNvSpPr/>
            <p:nvPr/>
          </p:nvSpPr>
          <p:spPr>
            <a:xfrm rot="10800000">
              <a:off x="7536331" y="338971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0" name="Google Shape;3650;p40"/>
            <p:cNvSpPr/>
            <p:nvPr/>
          </p:nvSpPr>
          <p:spPr>
            <a:xfrm rot="10800000">
              <a:off x="7536331" y="324356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1" name="Google Shape;3651;p40"/>
            <p:cNvSpPr/>
            <p:nvPr/>
          </p:nvSpPr>
          <p:spPr>
            <a:xfrm rot="10800000">
              <a:off x="7536331" y="163612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2" name="Google Shape;3652;p40"/>
            <p:cNvSpPr/>
            <p:nvPr/>
          </p:nvSpPr>
          <p:spPr>
            <a:xfrm rot="10800000">
              <a:off x="7536331" y="1343854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3" name="Google Shape;3653;p40"/>
            <p:cNvSpPr/>
            <p:nvPr/>
          </p:nvSpPr>
          <p:spPr>
            <a:xfrm rot="10800000">
              <a:off x="7390210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4" name="Google Shape;3654;p40"/>
            <p:cNvSpPr/>
            <p:nvPr/>
          </p:nvSpPr>
          <p:spPr>
            <a:xfrm rot="10800000">
              <a:off x="7390210" y="397421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5" name="Google Shape;3655;p40"/>
            <p:cNvSpPr/>
            <p:nvPr/>
          </p:nvSpPr>
          <p:spPr>
            <a:xfrm rot="10800000">
              <a:off x="7390210" y="309744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6" name="Google Shape;3656;p40"/>
            <p:cNvSpPr/>
            <p:nvPr/>
          </p:nvSpPr>
          <p:spPr>
            <a:xfrm rot="10800000">
              <a:off x="7390210" y="163612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7" name="Google Shape;3657;p40"/>
            <p:cNvSpPr/>
            <p:nvPr/>
          </p:nvSpPr>
          <p:spPr>
            <a:xfrm rot="10800000">
              <a:off x="7390210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8" name="Google Shape;3658;p40"/>
            <p:cNvSpPr/>
            <p:nvPr/>
          </p:nvSpPr>
          <p:spPr>
            <a:xfrm rot="10800000">
              <a:off x="7244066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9" name="Google Shape;3659;p40"/>
            <p:cNvSpPr/>
            <p:nvPr/>
          </p:nvSpPr>
          <p:spPr>
            <a:xfrm rot="10800000">
              <a:off x="7244066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0" name="Google Shape;3660;p40"/>
            <p:cNvSpPr/>
            <p:nvPr/>
          </p:nvSpPr>
          <p:spPr>
            <a:xfrm rot="10800000">
              <a:off x="7244066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1" name="Google Shape;3661;p40"/>
            <p:cNvSpPr/>
            <p:nvPr/>
          </p:nvSpPr>
          <p:spPr>
            <a:xfrm rot="10800000">
              <a:off x="7244066" y="207452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2" name="Google Shape;3662;p40"/>
            <p:cNvSpPr/>
            <p:nvPr/>
          </p:nvSpPr>
          <p:spPr>
            <a:xfrm rot="10800000">
              <a:off x="7244066" y="163612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3" name="Google Shape;3663;p40"/>
            <p:cNvSpPr/>
            <p:nvPr/>
          </p:nvSpPr>
          <p:spPr>
            <a:xfrm rot="10800000">
              <a:off x="7097945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4" name="Google Shape;3664;p40"/>
            <p:cNvSpPr/>
            <p:nvPr/>
          </p:nvSpPr>
          <p:spPr>
            <a:xfrm rot="10800000">
              <a:off x="6951800" y="3828096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5" name="Google Shape;3665;p40"/>
            <p:cNvSpPr/>
            <p:nvPr/>
          </p:nvSpPr>
          <p:spPr>
            <a:xfrm rot="10800000">
              <a:off x="6951800" y="2659036"/>
              <a:ext cx="117892" cy="117892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6" name="Google Shape;3666;p40"/>
            <p:cNvSpPr/>
            <p:nvPr/>
          </p:nvSpPr>
          <p:spPr>
            <a:xfrm rot="10800000">
              <a:off x="6805680" y="320938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7" name="Google Shape;3667;p40"/>
            <p:cNvSpPr/>
            <p:nvPr/>
          </p:nvSpPr>
          <p:spPr>
            <a:xfrm rot="10800000">
              <a:off x="6513415" y="280518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8" name="Google Shape;3668;p40"/>
            <p:cNvSpPr/>
            <p:nvPr/>
          </p:nvSpPr>
          <p:spPr>
            <a:xfrm rot="10800000">
              <a:off x="6367294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69" name="Google Shape;3669;p40"/>
          <p:cNvGrpSpPr/>
          <p:nvPr/>
        </p:nvGrpSpPr>
        <p:grpSpPr>
          <a:xfrm rot="10800000">
            <a:off x="28739" y="28698"/>
            <a:ext cx="1286904" cy="5086302"/>
            <a:chOff x="6367294" y="28698"/>
            <a:chExt cx="1286904" cy="5086302"/>
          </a:xfrm>
        </p:grpSpPr>
        <p:sp>
          <p:nvSpPr>
            <p:cNvPr id="3670" name="Google Shape;3670;p40"/>
            <p:cNvSpPr/>
            <p:nvPr/>
          </p:nvSpPr>
          <p:spPr>
            <a:xfrm rot="10800000">
              <a:off x="7536331" y="61320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1" name="Google Shape;3671;p40"/>
            <p:cNvSpPr/>
            <p:nvPr/>
          </p:nvSpPr>
          <p:spPr>
            <a:xfrm rot="10800000">
              <a:off x="7244066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2" name="Google Shape;3672;p40"/>
            <p:cNvSpPr/>
            <p:nvPr/>
          </p:nvSpPr>
          <p:spPr>
            <a:xfrm rot="10800000">
              <a:off x="7244066" y="17481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3" name="Google Shape;3673;p40"/>
            <p:cNvSpPr/>
            <p:nvPr/>
          </p:nvSpPr>
          <p:spPr>
            <a:xfrm rot="10800000">
              <a:off x="6659535" y="4266482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4" name="Google Shape;3674;p40"/>
            <p:cNvSpPr/>
            <p:nvPr/>
          </p:nvSpPr>
          <p:spPr>
            <a:xfrm rot="10800000">
              <a:off x="7536331" y="4704867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5" name="Google Shape;3675;p40"/>
            <p:cNvSpPr/>
            <p:nvPr/>
          </p:nvSpPr>
          <p:spPr>
            <a:xfrm rot="10800000">
              <a:off x="7536331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6" name="Google Shape;3676;p40"/>
            <p:cNvSpPr/>
            <p:nvPr/>
          </p:nvSpPr>
          <p:spPr>
            <a:xfrm rot="10800000">
              <a:off x="7536331" y="426648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7" name="Google Shape;3677;p40"/>
            <p:cNvSpPr/>
            <p:nvPr/>
          </p:nvSpPr>
          <p:spPr>
            <a:xfrm rot="10800000">
              <a:off x="7536331" y="397421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8" name="Google Shape;3678;p40"/>
            <p:cNvSpPr/>
            <p:nvPr/>
          </p:nvSpPr>
          <p:spPr>
            <a:xfrm rot="10800000">
              <a:off x="7536331" y="382809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9" name="Google Shape;3679;p40"/>
            <p:cNvSpPr/>
            <p:nvPr/>
          </p:nvSpPr>
          <p:spPr>
            <a:xfrm rot="10800000">
              <a:off x="7536331" y="3681951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0" name="Google Shape;3680;p40"/>
            <p:cNvSpPr/>
            <p:nvPr/>
          </p:nvSpPr>
          <p:spPr>
            <a:xfrm rot="10800000">
              <a:off x="7536331" y="353583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1" name="Google Shape;3681;p40"/>
            <p:cNvSpPr/>
            <p:nvPr/>
          </p:nvSpPr>
          <p:spPr>
            <a:xfrm rot="10800000">
              <a:off x="7536331" y="309744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2" name="Google Shape;3682;p40"/>
            <p:cNvSpPr/>
            <p:nvPr/>
          </p:nvSpPr>
          <p:spPr>
            <a:xfrm rot="10800000">
              <a:off x="7536331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3" name="Google Shape;3683;p40"/>
            <p:cNvSpPr/>
            <p:nvPr/>
          </p:nvSpPr>
          <p:spPr>
            <a:xfrm rot="10800000">
              <a:off x="7536331" y="280518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4" name="Google Shape;3684;p40"/>
            <p:cNvSpPr/>
            <p:nvPr/>
          </p:nvSpPr>
          <p:spPr>
            <a:xfrm rot="10800000">
              <a:off x="7536331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5" name="Google Shape;3685;p40"/>
            <p:cNvSpPr/>
            <p:nvPr/>
          </p:nvSpPr>
          <p:spPr>
            <a:xfrm rot="10800000">
              <a:off x="7536331" y="251291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6" name="Google Shape;3686;p40"/>
            <p:cNvSpPr/>
            <p:nvPr/>
          </p:nvSpPr>
          <p:spPr>
            <a:xfrm rot="10800000">
              <a:off x="7536331" y="2366770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7" name="Google Shape;3687;p40"/>
            <p:cNvSpPr/>
            <p:nvPr/>
          </p:nvSpPr>
          <p:spPr>
            <a:xfrm rot="10800000">
              <a:off x="7536331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8" name="Google Shape;3688;p40"/>
            <p:cNvSpPr/>
            <p:nvPr/>
          </p:nvSpPr>
          <p:spPr>
            <a:xfrm rot="10800000">
              <a:off x="7536331" y="207452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9" name="Google Shape;3689;p40"/>
            <p:cNvSpPr/>
            <p:nvPr/>
          </p:nvSpPr>
          <p:spPr>
            <a:xfrm rot="10800000">
              <a:off x="7536331" y="192838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0" name="Google Shape;3690;p40"/>
            <p:cNvSpPr/>
            <p:nvPr/>
          </p:nvSpPr>
          <p:spPr>
            <a:xfrm rot="10800000">
              <a:off x="7536331" y="178226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1" name="Google Shape;3691;p40"/>
            <p:cNvSpPr/>
            <p:nvPr/>
          </p:nvSpPr>
          <p:spPr>
            <a:xfrm rot="10800000">
              <a:off x="7536331" y="148999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2" name="Google Shape;3692;p40"/>
            <p:cNvSpPr/>
            <p:nvPr/>
          </p:nvSpPr>
          <p:spPr>
            <a:xfrm rot="10800000">
              <a:off x="7536331" y="119773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3" name="Google Shape;3693;p40"/>
            <p:cNvSpPr/>
            <p:nvPr/>
          </p:nvSpPr>
          <p:spPr>
            <a:xfrm rot="10800000">
              <a:off x="7536331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4" name="Google Shape;3694;p40"/>
            <p:cNvSpPr/>
            <p:nvPr/>
          </p:nvSpPr>
          <p:spPr>
            <a:xfrm rot="10800000">
              <a:off x="7536331" y="90546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5" name="Google Shape;3695;p40"/>
            <p:cNvSpPr/>
            <p:nvPr/>
          </p:nvSpPr>
          <p:spPr>
            <a:xfrm rot="10800000">
              <a:off x="7536331" y="75934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6" name="Google Shape;3696;p40"/>
            <p:cNvSpPr/>
            <p:nvPr/>
          </p:nvSpPr>
          <p:spPr>
            <a:xfrm rot="10800000">
              <a:off x="7536331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7" name="Google Shape;3697;p40"/>
            <p:cNvSpPr/>
            <p:nvPr/>
          </p:nvSpPr>
          <p:spPr>
            <a:xfrm rot="10800000">
              <a:off x="7536331" y="320938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8" name="Google Shape;3698;p40"/>
            <p:cNvSpPr/>
            <p:nvPr/>
          </p:nvSpPr>
          <p:spPr>
            <a:xfrm rot="10800000">
              <a:off x="7536331" y="17481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9" name="Google Shape;3699;p40"/>
            <p:cNvSpPr/>
            <p:nvPr/>
          </p:nvSpPr>
          <p:spPr>
            <a:xfrm rot="10800000">
              <a:off x="7536331" y="2869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0" name="Google Shape;3700;p40"/>
            <p:cNvSpPr/>
            <p:nvPr/>
          </p:nvSpPr>
          <p:spPr>
            <a:xfrm rot="10800000">
              <a:off x="7390210" y="485101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1" name="Google Shape;3701;p40"/>
            <p:cNvSpPr/>
            <p:nvPr/>
          </p:nvSpPr>
          <p:spPr>
            <a:xfrm rot="10800000">
              <a:off x="7390210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2" name="Google Shape;3702;p40"/>
            <p:cNvSpPr/>
            <p:nvPr/>
          </p:nvSpPr>
          <p:spPr>
            <a:xfrm rot="10800000">
              <a:off x="7390210" y="441262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3" name="Google Shape;3703;p40"/>
            <p:cNvSpPr/>
            <p:nvPr/>
          </p:nvSpPr>
          <p:spPr>
            <a:xfrm rot="10800000">
              <a:off x="7390210" y="426648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4" name="Google Shape;3704;p40"/>
            <p:cNvSpPr/>
            <p:nvPr/>
          </p:nvSpPr>
          <p:spPr>
            <a:xfrm rot="10800000">
              <a:off x="7390210" y="412036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5" name="Google Shape;3705;p40"/>
            <p:cNvSpPr/>
            <p:nvPr/>
          </p:nvSpPr>
          <p:spPr>
            <a:xfrm rot="10800000">
              <a:off x="7390210" y="382809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6" name="Google Shape;3706;p40"/>
            <p:cNvSpPr/>
            <p:nvPr/>
          </p:nvSpPr>
          <p:spPr>
            <a:xfrm rot="10800000">
              <a:off x="7390210" y="353583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7" name="Google Shape;3707;p40"/>
            <p:cNvSpPr/>
            <p:nvPr/>
          </p:nvSpPr>
          <p:spPr>
            <a:xfrm rot="10800000">
              <a:off x="7390210" y="338971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8" name="Google Shape;3708;p40"/>
            <p:cNvSpPr/>
            <p:nvPr/>
          </p:nvSpPr>
          <p:spPr>
            <a:xfrm rot="10800000">
              <a:off x="7390210" y="324356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9" name="Google Shape;3709;p40"/>
            <p:cNvSpPr/>
            <p:nvPr/>
          </p:nvSpPr>
          <p:spPr>
            <a:xfrm rot="10800000">
              <a:off x="7390210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0" name="Google Shape;3710;p40"/>
            <p:cNvSpPr/>
            <p:nvPr/>
          </p:nvSpPr>
          <p:spPr>
            <a:xfrm rot="10800000">
              <a:off x="7390210" y="280518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1" name="Google Shape;3711;p40"/>
            <p:cNvSpPr/>
            <p:nvPr/>
          </p:nvSpPr>
          <p:spPr>
            <a:xfrm rot="10800000">
              <a:off x="7390210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2" name="Google Shape;3712;p40"/>
            <p:cNvSpPr/>
            <p:nvPr/>
          </p:nvSpPr>
          <p:spPr>
            <a:xfrm rot="10800000">
              <a:off x="7390210" y="251291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3" name="Google Shape;3713;p40"/>
            <p:cNvSpPr/>
            <p:nvPr/>
          </p:nvSpPr>
          <p:spPr>
            <a:xfrm rot="10800000">
              <a:off x="7390210" y="2366770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4" name="Google Shape;3714;p40"/>
            <p:cNvSpPr/>
            <p:nvPr/>
          </p:nvSpPr>
          <p:spPr>
            <a:xfrm rot="10800000">
              <a:off x="7390210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5" name="Google Shape;3715;p40"/>
            <p:cNvSpPr/>
            <p:nvPr/>
          </p:nvSpPr>
          <p:spPr>
            <a:xfrm rot="10800000">
              <a:off x="7390210" y="207452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6" name="Google Shape;3716;p40"/>
            <p:cNvSpPr/>
            <p:nvPr/>
          </p:nvSpPr>
          <p:spPr>
            <a:xfrm rot="10800000">
              <a:off x="7390210" y="178226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7" name="Google Shape;3717;p40"/>
            <p:cNvSpPr/>
            <p:nvPr/>
          </p:nvSpPr>
          <p:spPr>
            <a:xfrm rot="10800000">
              <a:off x="7390210" y="148999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8" name="Google Shape;3718;p40"/>
            <p:cNvSpPr/>
            <p:nvPr/>
          </p:nvSpPr>
          <p:spPr>
            <a:xfrm rot="10800000">
              <a:off x="7390210" y="1343854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9" name="Google Shape;3719;p40"/>
            <p:cNvSpPr/>
            <p:nvPr/>
          </p:nvSpPr>
          <p:spPr>
            <a:xfrm rot="10800000">
              <a:off x="7390210" y="119773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0" name="Google Shape;3720;p40"/>
            <p:cNvSpPr/>
            <p:nvPr/>
          </p:nvSpPr>
          <p:spPr>
            <a:xfrm rot="10800000">
              <a:off x="7390210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1" name="Google Shape;3721;p40"/>
            <p:cNvSpPr/>
            <p:nvPr/>
          </p:nvSpPr>
          <p:spPr>
            <a:xfrm rot="10800000">
              <a:off x="7390210" y="75934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2" name="Google Shape;3722;p40"/>
            <p:cNvSpPr/>
            <p:nvPr/>
          </p:nvSpPr>
          <p:spPr>
            <a:xfrm rot="10800000">
              <a:off x="7390210" y="61320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3" name="Google Shape;3723;p40"/>
            <p:cNvSpPr/>
            <p:nvPr/>
          </p:nvSpPr>
          <p:spPr>
            <a:xfrm rot="10800000">
              <a:off x="7390210" y="320938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4" name="Google Shape;3724;p40"/>
            <p:cNvSpPr/>
            <p:nvPr/>
          </p:nvSpPr>
          <p:spPr>
            <a:xfrm rot="10800000">
              <a:off x="7390210" y="2869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5" name="Google Shape;3725;p40"/>
            <p:cNvSpPr/>
            <p:nvPr/>
          </p:nvSpPr>
          <p:spPr>
            <a:xfrm rot="10800000">
              <a:off x="7244066" y="4704867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6" name="Google Shape;3726;p40"/>
            <p:cNvSpPr/>
            <p:nvPr/>
          </p:nvSpPr>
          <p:spPr>
            <a:xfrm rot="10800000">
              <a:off x="7244066" y="426648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7" name="Google Shape;3727;p40"/>
            <p:cNvSpPr/>
            <p:nvPr/>
          </p:nvSpPr>
          <p:spPr>
            <a:xfrm rot="10800000">
              <a:off x="7244066" y="412036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8" name="Google Shape;3728;p40"/>
            <p:cNvSpPr/>
            <p:nvPr/>
          </p:nvSpPr>
          <p:spPr>
            <a:xfrm rot="10800000">
              <a:off x="7244066" y="397421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9" name="Google Shape;3729;p40"/>
            <p:cNvSpPr/>
            <p:nvPr/>
          </p:nvSpPr>
          <p:spPr>
            <a:xfrm rot="10800000">
              <a:off x="7244066" y="3681951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0" name="Google Shape;3730;p40"/>
            <p:cNvSpPr/>
            <p:nvPr/>
          </p:nvSpPr>
          <p:spPr>
            <a:xfrm rot="10800000">
              <a:off x="7244066" y="338971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1" name="Google Shape;3731;p40"/>
            <p:cNvSpPr/>
            <p:nvPr/>
          </p:nvSpPr>
          <p:spPr>
            <a:xfrm rot="10800000">
              <a:off x="7244066" y="324356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2" name="Google Shape;3732;p40"/>
            <p:cNvSpPr/>
            <p:nvPr/>
          </p:nvSpPr>
          <p:spPr>
            <a:xfrm rot="10800000">
              <a:off x="7244066" y="309744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3" name="Google Shape;3733;p40"/>
            <p:cNvSpPr/>
            <p:nvPr/>
          </p:nvSpPr>
          <p:spPr>
            <a:xfrm rot="10800000">
              <a:off x="7244066" y="280518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4" name="Google Shape;3734;p40"/>
            <p:cNvSpPr/>
            <p:nvPr/>
          </p:nvSpPr>
          <p:spPr>
            <a:xfrm rot="10800000">
              <a:off x="7244066" y="251291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5" name="Google Shape;3735;p40"/>
            <p:cNvSpPr/>
            <p:nvPr/>
          </p:nvSpPr>
          <p:spPr>
            <a:xfrm rot="10800000">
              <a:off x="7244066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6" name="Google Shape;3736;p40"/>
            <p:cNvSpPr/>
            <p:nvPr/>
          </p:nvSpPr>
          <p:spPr>
            <a:xfrm rot="10800000">
              <a:off x="7244066" y="192838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7" name="Google Shape;3737;p40"/>
            <p:cNvSpPr/>
            <p:nvPr/>
          </p:nvSpPr>
          <p:spPr>
            <a:xfrm rot="10800000">
              <a:off x="7244066" y="178226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8" name="Google Shape;3738;p40"/>
            <p:cNvSpPr/>
            <p:nvPr/>
          </p:nvSpPr>
          <p:spPr>
            <a:xfrm rot="10800000">
              <a:off x="7244066" y="1343854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9" name="Google Shape;3739;p40"/>
            <p:cNvSpPr/>
            <p:nvPr/>
          </p:nvSpPr>
          <p:spPr>
            <a:xfrm rot="10800000">
              <a:off x="7244066" y="119773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0" name="Google Shape;3740;p40"/>
            <p:cNvSpPr/>
            <p:nvPr/>
          </p:nvSpPr>
          <p:spPr>
            <a:xfrm rot="10800000">
              <a:off x="7244066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1" name="Google Shape;3741;p40"/>
            <p:cNvSpPr/>
            <p:nvPr/>
          </p:nvSpPr>
          <p:spPr>
            <a:xfrm rot="10800000">
              <a:off x="7244066" y="90546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2" name="Google Shape;3742;p40"/>
            <p:cNvSpPr/>
            <p:nvPr/>
          </p:nvSpPr>
          <p:spPr>
            <a:xfrm rot="10800000">
              <a:off x="7244066" y="75934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3" name="Google Shape;3743;p40"/>
            <p:cNvSpPr/>
            <p:nvPr/>
          </p:nvSpPr>
          <p:spPr>
            <a:xfrm rot="10800000">
              <a:off x="7244066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4" name="Google Shape;3744;p40"/>
            <p:cNvSpPr/>
            <p:nvPr/>
          </p:nvSpPr>
          <p:spPr>
            <a:xfrm rot="10800000">
              <a:off x="7244066" y="320938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5" name="Google Shape;3745;p40"/>
            <p:cNvSpPr/>
            <p:nvPr/>
          </p:nvSpPr>
          <p:spPr>
            <a:xfrm rot="10800000">
              <a:off x="7097945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6" name="Google Shape;3746;p40"/>
            <p:cNvSpPr/>
            <p:nvPr/>
          </p:nvSpPr>
          <p:spPr>
            <a:xfrm rot="10800000">
              <a:off x="7097945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7" name="Google Shape;3747;p40"/>
            <p:cNvSpPr/>
            <p:nvPr/>
          </p:nvSpPr>
          <p:spPr>
            <a:xfrm rot="10800000">
              <a:off x="7097945" y="426648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8" name="Google Shape;3748;p40"/>
            <p:cNvSpPr/>
            <p:nvPr/>
          </p:nvSpPr>
          <p:spPr>
            <a:xfrm rot="10800000">
              <a:off x="7097945" y="382809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9" name="Google Shape;3749;p40"/>
            <p:cNvSpPr/>
            <p:nvPr/>
          </p:nvSpPr>
          <p:spPr>
            <a:xfrm rot="10800000">
              <a:off x="7097945" y="3681951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0" name="Google Shape;3750;p40"/>
            <p:cNvSpPr/>
            <p:nvPr/>
          </p:nvSpPr>
          <p:spPr>
            <a:xfrm rot="10800000">
              <a:off x="7097945" y="309744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1" name="Google Shape;3751;p40"/>
            <p:cNvSpPr/>
            <p:nvPr/>
          </p:nvSpPr>
          <p:spPr>
            <a:xfrm rot="10800000">
              <a:off x="7097945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2" name="Google Shape;3752;p40"/>
            <p:cNvSpPr/>
            <p:nvPr/>
          </p:nvSpPr>
          <p:spPr>
            <a:xfrm rot="10800000">
              <a:off x="7097945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3" name="Google Shape;3753;p40"/>
            <p:cNvSpPr/>
            <p:nvPr/>
          </p:nvSpPr>
          <p:spPr>
            <a:xfrm rot="10800000">
              <a:off x="7097945" y="251291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4" name="Google Shape;3754;p40"/>
            <p:cNvSpPr/>
            <p:nvPr/>
          </p:nvSpPr>
          <p:spPr>
            <a:xfrm rot="10800000">
              <a:off x="7097945" y="2366770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5" name="Google Shape;3755;p40"/>
            <p:cNvSpPr/>
            <p:nvPr/>
          </p:nvSpPr>
          <p:spPr>
            <a:xfrm rot="10800000">
              <a:off x="7097945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6" name="Google Shape;3756;p40"/>
            <p:cNvSpPr/>
            <p:nvPr/>
          </p:nvSpPr>
          <p:spPr>
            <a:xfrm rot="10800000">
              <a:off x="7097945" y="178226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7" name="Google Shape;3757;p40"/>
            <p:cNvSpPr/>
            <p:nvPr/>
          </p:nvSpPr>
          <p:spPr>
            <a:xfrm rot="10800000">
              <a:off x="7097945" y="163612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8" name="Google Shape;3758;p40"/>
            <p:cNvSpPr/>
            <p:nvPr/>
          </p:nvSpPr>
          <p:spPr>
            <a:xfrm rot="10800000">
              <a:off x="7097945" y="148999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9" name="Google Shape;3759;p40"/>
            <p:cNvSpPr/>
            <p:nvPr/>
          </p:nvSpPr>
          <p:spPr>
            <a:xfrm rot="10800000">
              <a:off x="7097945" y="1197734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0" name="Google Shape;3760;p40"/>
            <p:cNvSpPr/>
            <p:nvPr/>
          </p:nvSpPr>
          <p:spPr>
            <a:xfrm rot="10800000">
              <a:off x="7097945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1" name="Google Shape;3761;p40"/>
            <p:cNvSpPr/>
            <p:nvPr/>
          </p:nvSpPr>
          <p:spPr>
            <a:xfrm rot="10800000">
              <a:off x="7097945" y="17481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2" name="Google Shape;3762;p40"/>
            <p:cNvSpPr/>
            <p:nvPr/>
          </p:nvSpPr>
          <p:spPr>
            <a:xfrm rot="10800000">
              <a:off x="7097945" y="2869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3" name="Google Shape;3763;p40"/>
            <p:cNvSpPr/>
            <p:nvPr/>
          </p:nvSpPr>
          <p:spPr>
            <a:xfrm rot="10800000">
              <a:off x="6951800" y="4851012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4" name="Google Shape;3764;p40"/>
            <p:cNvSpPr/>
            <p:nvPr/>
          </p:nvSpPr>
          <p:spPr>
            <a:xfrm rot="10800000">
              <a:off x="6951800" y="4704867"/>
              <a:ext cx="117892" cy="117892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5" name="Google Shape;3765;p40"/>
            <p:cNvSpPr/>
            <p:nvPr/>
          </p:nvSpPr>
          <p:spPr>
            <a:xfrm rot="10800000">
              <a:off x="6951800" y="4266482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6" name="Google Shape;3766;p40"/>
            <p:cNvSpPr/>
            <p:nvPr/>
          </p:nvSpPr>
          <p:spPr>
            <a:xfrm rot="10800000">
              <a:off x="6951800" y="3974217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7" name="Google Shape;3767;p40"/>
            <p:cNvSpPr/>
            <p:nvPr/>
          </p:nvSpPr>
          <p:spPr>
            <a:xfrm rot="10800000">
              <a:off x="6951800" y="3681951"/>
              <a:ext cx="117892" cy="117892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8" name="Google Shape;3768;p40"/>
            <p:cNvSpPr/>
            <p:nvPr/>
          </p:nvSpPr>
          <p:spPr>
            <a:xfrm rot="10800000">
              <a:off x="6951800" y="3243566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9" name="Google Shape;3769;p40"/>
            <p:cNvSpPr/>
            <p:nvPr/>
          </p:nvSpPr>
          <p:spPr>
            <a:xfrm rot="10800000">
              <a:off x="6951800" y="2951301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0" name="Google Shape;3770;p40"/>
            <p:cNvSpPr/>
            <p:nvPr/>
          </p:nvSpPr>
          <p:spPr>
            <a:xfrm rot="10800000">
              <a:off x="6951800" y="2512915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1" name="Google Shape;3771;p40"/>
            <p:cNvSpPr/>
            <p:nvPr/>
          </p:nvSpPr>
          <p:spPr>
            <a:xfrm rot="10800000">
              <a:off x="6951800" y="2220650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2" name="Google Shape;3772;p40"/>
            <p:cNvSpPr/>
            <p:nvPr/>
          </p:nvSpPr>
          <p:spPr>
            <a:xfrm rot="10800000">
              <a:off x="6951800" y="2074529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3" name="Google Shape;3773;p40"/>
            <p:cNvSpPr/>
            <p:nvPr/>
          </p:nvSpPr>
          <p:spPr>
            <a:xfrm rot="10800000">
              <a:off x="6951800" y="1782264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4" name="Google Shape;3774;p40"/>
            <p:cNvSpPr/>
            <p:nvPr/>
          </p:nvSpPr>
          <p:spPr>
            <a:xfrm rot="10800000">
              <a:off x="6951800" y="1636120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5" name="Google Shape;3775;p40"/>
            <p:cNvSpPr/>
            <p:nvPr/>
          </p:nvSpPr>
          <p:spPr>
            <a:xfrm rot="10800000">
              <a:off x="6951800" y="1489999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6" name="Google Shape;3776;p40"/>
            <p:cNvSpPr/>
            <p:nvPr/>
          </p:nvSpPr>
          <p:spPr>
            <a:xfrm rot="10800000">
              <a:off x="6951800" y="1197734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7" name="Google Shape;3777;p40"/>
            <p:cNvSpPr/>
            <p:nvPr/>
          </p:nvSpPr>
          <p:spPr>
            <a:xfrm rot="10800000">
              <a:off x="6951800" y="1051613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8" name="Google Shape;3778;p40"/>
            <p:cNvSpPr/>
            <p:nvPr/>
          </p:nvSpPr>
          <p:spPr>
            <a:xfrm rot="10800000">
              <a:off x="6951800" y="613204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9" name="Google Shape;3779;p40"/>
            <p:cNvSpPr/>
            <p:nvPr/>
          </p:nvSpPr>
          <p:spPr>
            <a:xfrm rot="10800000">
              <a:off x="6951800" y="320938"/>
              <a:ext cx="117892" cy="117892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0" name="Google Shape;3780;p40"/>
            <p:cNvSpPr/>
            <p:nvPr/>
          </p:nvSpPr>
          <p:spPr>
            <a:xfrm rot="10800000">
              <a:off x="6951800" y="174818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1" name="Google Shape;3781;p40"/>
            <p:cNvSpPr/>
            <p:nvPr/>
          </p:nvSpPr>
          <p:spPr>
            <a:xfrm rot="10800000">
              <a:off x="6805680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2" name="Google Shape;3782;p40"/>
            <p:cNvSpPr/>
            <p:nvPr/>
          </p:nvSpPr>
          <p:spPr>
            <a:xfrm rot="10800000">
              <a:off x="6805680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3" name="Google Shape;3783;p40"/>
            <p:cNvSpPr/>
            <p:nvPr/>
          </p:nvSpPr>
          <p:spPr>
            <a:xfrm rot="10800000">
              <a:off x="6805680" y="412036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4" name="Google Shape;3784;p40"/>
            <p:cNvSpPr/>
            <p:nvPr/>
          </p:nvSpPr>
          <p:spPr>
            <a:xfrm rot="10800000">
              <a:off x="6805680" y="353583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5" name="Google Shape;3785;p40"/>
            <p:cNvSpPr/>
            <p:nvPr/>
          </p:nvSpPr>
          <p:spPr>
            <a:xfrm rot="10800000">
              <a:off x="6805680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6" name="Google Shape;3786;p40"/>
            <p:cNvSpPr/>
            <p:nvPr/>
          </p:nvSpPr>
          <p:spPr>
            <a:xfrm rot="10800000">
              <a:off x="6805680" y="222065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7" name="Google Shape;3787;p40"/>
            <p:cNvSpPr/>
            <p:nvPr/>
          </p:nvSpPr>
          <p:spPr>
            <a:xfrm rot="10800000">
              <a:off x="6805680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8" name="Google Shape;3788;p40"/>
            <p:cNvSpPr/>
            <p:nvPr/>
          </p:nvSpPr>
          <p:spPr>
            <a:xfrm rot="10800000">
              <a:off x="6805680" y="90546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9" name="Google Shape;3789;p40"/>
            <p:cNvSpPr/>
            <p:nvPr/>
          </p:nvSpPr>
          <p:spPr>
            <a:xfrm rot="10800000">
              <a:off x="6805680" y="2869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0" name="Google Shape;3790;p40"/>
            <p:cNvSpPr/>
            <p:nvPr/>
          </p:nvSpPr>
          <p:spPr>
            <a:xfrm rot="10800000">
              <a:off x="6659535" y="4851012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1" name="Google Shape;3791;p40"/>
            <p:cNvSpPr/>
            <p:nvPr/>
          </p:nvSpPr>
          <p:spPr>
            <a:xfrm rot="10800000">
              <a:off x="6659535" y="3974217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2" name="Google Shape;3792;p40"/>
            <p:cNvSpPr/>
            <p:nvPr/>
          </p:nvSpPr>
          <p:spPr>
            <a:xfrm rot="10800000">
              <a:off x="6659535" y="3243566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3" name="Google Shape;3793;p40"/>
            <p:cNvSpPr/>
            <p:nvPr/>
          </p:nvSpPr>
          <p:spPr>
            <a:xfrm rot="10800000">
              <a:off x="6659535" y="2512915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4" name="Google Shape;3794;p40"/>
            <p:cNvSpPr/>
            <p:nvPr/>
          </p:nvSpPr>
          <p:spPr>
            <a:xfrm rot="10800000">
              <a:off x="6659535" y="1636120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5" name="Google Shape;3795;p40"/>
            <p:cNvSpPr/>
            <p:nvPr/>
          </p:nvSpPr>
          <p:spPr>
            <a:xfrm rot="10800000">
              <a:off x="6659535" y="905469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6" name="Google Shape;3796;p40"/>
            <p:cNvSpPr/>
            <p:nvPr/>
          </p:nvSpPr>
          <p:spPr>
            <a:xfrm rot="10800000">
              <a:off x="6659535" y="759348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7" name="Google Shape;3797;p40"/>
            <p:cNvSpPr/>
            <p:nvPr/>
          </p:nvSpPr>
          <p:spPr>
            <a:xfrm rot="10800000">
              <a:off x="6659535" y="174818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8" name="Google Shape;3798;p40"/>
            <p:cNvSpPr/>
            <p:nvPr/>
          </p:nvSpPr>
          <p:spPr>
            <a:xfrm rot="10800000">
              <a:off x="6513415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9" name="Google Shape;3799;p40"/>
            <p:cNvSpPr/>
            <p:nvPr/>
          </p:nvSpPr>
          <p:spPr>
            <a:xfrm rot="10800000">
              <a:off x="6513415" y="397421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0" name="Google Shape;3800;p40"/>
            <p:cNvSpPr/>
            <p:nvPr/>
          </p:nvSpPr>
          <p:spPr>
            <a:xfrm rot="10800000">
              <a:off x="6513415" y="207452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1" name="Google Shape;3801;p40"/>
            <p:cNvSpPr/>
            <p:nvPr/>
          </p:nvSpPr>
          <p:spPr>
            <a:xfrm rot="10800000">
              <a:off x="6513415" y="148999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2" name="Google Shape;3802;p40"/>
            <p:cNvSpPr/>
            <p:nvPr/>
          </p:nvSpPr>
          <p:spPr>
            <a:xfrm rot="10800000">
              <a:off x="6513415" y="90546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3" name="Google Shape;3803;p40"/>
            <p:cNvSpPr/>
            <p:nvPr/>
          </p:nvSpPr>
          <p:spPr>
            <a:xfrm rot="10800000">
              <a:off x="6513415" y="174818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4" name="Google Shape;3804;p40"/>
            <p:cNvSpPr/>
            <p:nvPr/>
          </p:nvSpPr>
          <p:spPr>
            <a:xfrm rot="10800000">
              <a:off x="6367294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5" name="Google Shape;3805;p40"/>
            <p:cNvSpPr/>
            <p:nvPr/>
          </p:nvSpPr>
          <p:spPr>
            <a:xfrm rot="10800000">
              <a:off x="6367294" y="3681951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6" name="Google Shape;3806;p40"/>
            <p:cNvSpPr/>
            <p:nvPr/>
          </p:nvSpPr>
          <p:spPr>
            <a:xfrm rot="10800000">
              <a:off x="6367294" y="2659036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7" name="Google Shape;3807;p40"/>
            <p:cNvSpPr/>
            <p:nvPr/>
          </p:nvSpPr>
          <p:spPr>
            <a:xfrm rot="10800000">
              <a:off x="7536331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8" name="Google Shape;3808;p40"/>
            <p:cNvSpPr/>
            <p:nvPr/>
          </p:nvSpPr>
          <p:spPr>
            <a:xfrm rot="10800000">
              <a:off x="7536331" y="4851012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9" name="Google Shape;3809;p40"/>
            <p:cNvSpPr/>
            <p:nvPr/>
          </p:nvSpPr>
          <p:spPr>
            <a:xfrm rot="10800000">
              <a:off x="7536331" y="441262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0" name="Google Shape;3810;p40"/>
            <p:cNvSpPr/>
            <p:nvPr/>
          </p:nvSpPr>
          <p:spPr>
            <a:xfrm rot="10800000">
              <a:off x="7536331" y="412036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1" name="Google Shape;3811;p40"/>
            <p:cNvSpPr/>
            <p:nvPr/>
          </p:nvSpPr>
          <p:spPr>
            <a:xfrm rot="10800000">
              <a:off x="7536331" y="338971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2" name="Google Shape;3812;p40"/>
            <p:cNvSpPr/>
            <p:nvPr/>
          </p:nvSpPr>
          <p:spPr>
            <a:xfrm rot="10800000">
              <a:off x="7536331" y="3243566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3" name="Google Shape;3813;p40"/>
            <p:cNvSpPr/>
            <p:nvPr/>
          </p:nvSpPr>
          <p:spPr>
            <a:xfrm rot="10800000">
              <a:off x="7536331" y="163612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4" name="Google Shape;3814;p40"/>
            <p:cNvSpPr/>
            <p:nvPr/>
          </p:nvSpPr>
          <p:spPr>
            <a:xfrm rot="10800000">
              <a:off x="7536331" y="1343854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5" name="Google Shape;3815;p40"/>
            <p:cNvSpPr/>
            <p:nvPr/>
          </p:nvSpPr>
          <p:spPr>
            <a:xfrm rot="10800000">
              <a:off x="7390210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6" name="Google Shape;3816;p40"/>
            <p:cNvSpPr/>
            <p:nvPr/>
          </p:nvSpPr>
          <p:spPr>
            <a:xfrm rot="10800000">
              <a:off x="7390210" y="397421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7" name="Google Shape;3817;p40"/>
            <p:cNvSpPr/>
            <p:nvPr/>
          </p:nvSpPr>
          <p:spPr>
            <a:xfrm rot="10800000">
              <a:off x="7390210" y="3097445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8" name="Google Shape;3818;p40"/>
            <p:cNvSpPr/>
            <p:nvPr/>
          </p:nvSpPr>
          <p:spPr>
            <a:xfrm rot="10800000">
              <a:off x="7390210" y="163612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9" name="Google Shape;3819;p40"/>
            <p:cNvSpPr/>
            <p:nvPr/>
          </p:nvSpPr>
          <p:spPr>
            <a:xfrm rot="10800000">
              <a:off x="7390210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0" name="Google Shape;3820;p40"/>
            <p:cNvSpPr/>
            <p:nvPr/>
          </p:nvSpPr>
          <p:spPr>
            <a:xfrm rot="10800000">
              <a:off x="7244066" y="499713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1" name="Google Shape;3821;p40"/>
            <p:cNvSpPr/>
            <p:nvPr/>
          </p:nvSpPr>
          <p:spPr>
            <a:xfrm rot="10800000">
              <a:off x="7244066" y="4558747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2" name="Google Shape;3822;p40"/>
            <p:cNvSpPr/>
            <p:nvPr/>
          </p:nvSpPr>
          <p:spPr>
            <a:xfrm rot="10800000">
              <a:off x="7244066" y="2951301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3" name="Google Shape;3823;p40"/>
            <p:cNvSpPr/>
            <p:nvPr/>
          </p:nvSpPr>
          <p:spPr>
            <a:xfrm rot="10800000">
              <a:off x="7244066" y="2074529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4" name="Google Shape;3824;p40"/>
            <p:cNvSpPr/>
            <p:nvPr/>
          </p:nvSpPr>
          <p:spPr>
            <a:xfrm rot="10800000">
              <a:off x="7244066" y="163612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5" name="Google Shape;3825;p40"/>
            <p:cNvSpPr/>
            <p:nvPr/>
          </p:nvSpPr>
          <p:spPr>
            <a:xfrm rot="10800000">
              <a:off x="7097945" y="105161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6" name="Google Shape;3826;p40"/>
            <p:cNvSpPr/>
            <p:nvPr/>
          </p:nvSpPr>
          <p:spPr>
            <a:xfrm rot="10800000">
              <a:off x="6951800" y="3828096"/>
              <a:ext cx="117892" cy="117867"/>
            </a:xfrm>
            <a:custGeom>
              <a:rect b="b" l="l" r="r" t="t"/>
              <a:pathLst>
                <a:path extrusionOk="0" h="4856" w="4857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7" name="Google Shape;3827;p40"/>
            <p:cNvSpPr/>
            <p:nvPr/>
          </p:nvSpPr>
          <p:spPr>
            <a:xfrm rot="10800000">
              <a:off x="6951800" y="2659036"/>
              <a:ext cx="117892" cy="117892"/>
            </a:xfrm>
            <a:custGeom>
              <a:rect b="b" l="l" r="r" t="t"/>
              <a:pathLst>
                <a:path extrusionOk="0" h="4857" w="4857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8" name="Google Shape;3828;p40"/>
            <p:cNvSpPr/>
            <p:nvPr/>
          </p:nvSpPr>
          <p:spPr>
            <a:xfrm rot="10800000">
              <a:off x="6805680" y="320938"/>
              <a:ext cx="117867" cy="117892"/>
            </a:xfrm>
            <a:custGeom>
              <a:rect b="b" l="l" r="r" t="t"/>
              <a:pathLst>
                <a:path extrusionOk="0" h="4857" w="4856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9" name="Google Shape;3829;p40"/>
            <p:cNvSpPr/>
            <p:nvPr/>
          </p:nvSpPr>
          <p:spPr>
            <a:xfrm rot="10800000">
              <a:off x="6513415" y="2805180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0" name="Google Shape;3830;p40"/>
            <p:cNvSpPr/>
            <p:nvPr/>
          </p:nvSpPr>
          <p:spPr>
            <a:xfrm rot="10800000">
              <a:off x="6367294" y="467083"/>
              <a:ext cx="117867" cy="117867"/>
            </a:xfrm>
            <a:custGeom>
              <a:rect b="b" l="l" r="r" t="t"/>
              <a:pathLst>
                <a:path extrusionOk="0" h="4856" w="4856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31" name="Google Shape;3831;p40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3832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34" name="Google Shape;3834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35" name="Google Shape;383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b="0" i="0" sz="36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b="0" i="0" sz="36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b="0" i="0" sz="36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b="0" i="0" sz="36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b="0" i="0" sz="36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b="0" i="0" sz="36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b="0" i="0" sz="36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b="0" i="0" sz="36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Light"/>
              <a:buNone/>
              <a:defRPr b="0" i="0" sz="36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b="0" i="0" sz="2400" u="none" cap="none" strike="noStrik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b="0" i="0" sz="2400" u="none" cap="none" strike="noStrik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b="0" i="0" sz="2400" u="none" cap="none" strike="noStrik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b="0" i="0" sz="2400" u="none" cap="none" strike="noStrik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b="0" i="0" sz="2400" u="none" cap="none" strike="noStrik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b="0" i="0" sz="2400" u="none" cap="none" strike="noStrik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b="0" i="0" sz="2400" u="none" cap="none" strike="noStrik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b="0" i="0" sz="2400" u="none" cap="none" strike="noStrik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b="0" i="0" sz="2400" u="none" cap="none" strike="noStrik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2" type="sldNum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9" name="Shape 3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" name="Google Shape;3840;p1"/>
          <p:cNvSpPr txBox="1"/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Computer Network for Web Developer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4" name="Shape 3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5" name="Google Shape;3845;p2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Objectives </a:t>
            </a:r>
            <a:endParaRPr/>
          </a:p>
        </p:txBody>
      </p:sp>
      <p:sp>
        <p:nvSpPr>
          <p:cNvPr id="3846" name="Google Shape;3846;p2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Understand what is computer Networks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Understand the foundation of communication systems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Understand Domain Name System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Checking network connectivity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Tracing communication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0" name="Shape 3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1" name="Google Shape;3851;p3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What Is Computer Networks </a:t>
            </a:r>
            <a:endParaRPr/>
          </a:p>
        </p:txBody>
      </p:sp>
      <p:pic>
        <p:nvPicPr>
          <p:cNvPr id="3852" name="Google Shape;38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4000" y="2140404"/>
            <a:ext cx="3503650" cy="23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3" name="Google Shape;3853;p3"/>
          <p:cNvSpPr txBox="1"/>
          <p:nvPr>
            <p:ph idx="1" type="body"/>
          </p:nvPr>
        </p:nvSpPr>
        <p:spPr>
          <a:xfrm>
            <a:off x="718300" y="1762650"/>
            <a:ext cx="3242400" cy="30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When people are talking to each other we call it they are networking for the following reasons: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There are at least two people are engaged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To be able to communicate they have to talk in a common language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Their voice must be deliverable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7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8" name="Google Shape;3858;p4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What is Computer Networking </a:t>
            </a:r>
            <a:endParaRPr/>
          </a:p>
        </p:txBody>
      </p:sp>
      <p:sp>
        <p:nvSpPr>
          <p:cNvPr id="3859" name="Google Shape;3859;p4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Similarly, 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Two or more people talking = two or more computers communicating 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 Common language = Communication model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 Voice delivery = network medium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3" name="Shape 3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4" name="Google Shape;3864;p5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What is Computer Networking </a:t>
            </a:r>
            <a:endParaRPr/>
          </a:p>
        </p:txBody>
      </p:sp>
      <p:pic>
        <p:nvPicPr>
          <p:cNvPr id="3865" name="Google Shape;38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000" y="1596775"/>
            <a:ext cx="7641701" cy="279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9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6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Communication Models </a:t>
            </a:r>
            <a:endParaRPr/>
          </a:p>
        </p:txBody>
      </p:sp>
      <p:sp>
        <p:nvSpPr>
          <p:cNvPr id="3871" name="Google Shape;3871;p6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Modern communication models use layered stacked models.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Layered stacked models give the following advantages: 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Simplicity (architecture and Learning) 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Modularity 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Development 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Interoperability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5" name="Shape 3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6" name="Google Shape;3876;p7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OSI Communication Models </a:t>
            </a:r>
            <a:endParaRPr/>
          </a:p>
        </p:txBody>
      </p:sp>
      <p:pic>
        <p:nvPicPr>
          <p:cNvPr id="3877" name="Google Shape;38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3688" y="1596775"/>
            <a:ext cx="4370325" cy="347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1" name="Shape 3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2" name="Google Shape;3882;p8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TCP/IP Communication Models </a:t>
            </a:r>
            <a:endParaRPr/>
          </a:p>
        </p:txBody>
      </p:sp>
      <p:pic>
        <p:nvPicPr>
          <p:cNvPr id="3883" name="Google Shape;38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6588" y="1596775"/>
            <a:ext cx="4124525" cy="333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7" name="Shape 3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8" name="Google Shape;3888;p9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Transmission Process </a:t>
            </a:r>
            <a:endParaRPr/>
          </a:p>
        </p:txBody>
      </p:sp>
      <p:pic>
        <p:nvPicPr>
          <p:cNvPr id="3889" name="Google Shape;38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246" y="1596775"/>
            <a:ext cx="857400" cy="8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0" name="Google Shape;3890;p9"/>
          <p:cNvSpPr/>
          <p:nvPr/>
        </p:nvSpPr>
        <p:spPr>
          <a:xfrm>
            <a:off x="718300" y="2571750"/>
            <a:ext cx="1287300" cy="4194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1" name="Google Shape;3891;p9"/>
          <p:cNvSpPr/>
          <p:nvPr/>
        </p:nvSpPr>
        <p:spPr>
          <a:xfrm>
            <a:off x="718300" y="4414850"/>
            <a:ext cx="1287300" cy="419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2" name="Google Shape;3892;p9"/>
          <p:cNvSpPr/>
          <p:nvPr/>
        </p:nvSpPr>
        <p:spPr>
          <a:xfrm>
            <a:off x="718300" y="3032525"/>
            <a:ext cx="1287300" cy="419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3" name="Google Shape;3893;p9"/>
          <p:cNvSpPr/>
          <p:nvPr/>
        </p:nvSpPr>
        <p:spPr>
          <a:xfrm>
            <a:off x="718300" y="3493300"/>
            <a:ext cx="1287300" cy="419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4" name="Google Shape;3894;p9"/>
          <p:cNvSpPr/>
          <p:nvPr/>
        </p:nvSpPr>
        <p:spPr>
          <a:xfrm>
            <a:off x="718300" y="3954075"/>
            <a:ext cx="1287300" cy="419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5" name="Google Shape;3895;p9"/>
          <p:cNvSpPr/>
          <p:nvPr/>
        </p:nvSpPr>
        <p:spPr>
          <a:xfrm>
            <a:off x="3455200" y="2583138"/>
            <a:ext cx="1287300" cy="4194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6" name="Google Shape;3896;p9"/>
          <p:cNvSpPr/>
          <p:nvPr/>
        </p:nvSpPr>
        <p:spPr>
          <a:xfrm>
            <a:off x="3455163" y="3032550"/>
            <a:ext cx="638700" cy="4194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7" name="Google Shape;3897;p9"/>
          <p:cNvSpPr/>
          <p:nvPr/>
        </p:nvSpPr>
        <p:spPr>
          <a:xfrm>
            <a:off x="4174938" y="3032550"/>
            <a:ext cx="567600" cy="419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8" name="Google Shape;3898;p9"/>
          <p:cNvSpPr/>
          <p:nvPr/>
        </p:nvSpPr>
        <p:spPr>
          <a:xfrm>
            <a:off x="3095263" y="3510713"/>
            <a:ext cx="638700" cy="4194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9" name="Google Shape;3899;p9"/>
          <p:cNvSpPr/>
          <p:nvPr/>
        </p:nvSpPr>
        <p:spPr>
          <a:xfrm>
            <a:off x="3815038" y="3510713"/>
            <a:ext cx="567600" cy="419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0" name="Google Shape;3900;p9"/>
          <p:cNvSpPr/>
          <p:nvPr/>
        </p:nvSpPr>
        <p:spPr>
          <a:xfrm>
            <a:off x="4463725" y="3510713"/>
            <a:ext cx="638700" cy="419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1" name="Google Shape;3901;p9"/>
          <p:cNvSpPr/>
          <p:nvPr/>
        </p:nvSpPr>
        <p:spPr>
          <a:xfrm>
            <a:off x="2735375" y="3988900"/>
            <a:ext cx="638700" cy="4194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2" name="Google Shape;3902;p9"/>
          <p:cNvSpPr/>
          <p:nvPr/>
        </p:nvSpPr>
        <p:spPr>
          <a:xfrm>
            <a:off x="3455150" y="3988900"/>
            <a:ext cx="567600" cy="419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3" name="Google Shape;3903;p9"/>
          <p:cNvSpPr/>
          <p:nvPr/>
        </p:nvSpPr>
        <p:spPr>
          <a:xfrm>
            <a:off x="4103838" y="3988900"/>
            <a:ext cx="638700" cy="419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4" name="Google Shape;3904;p9"/>
          <p:cNvSpPr/>
          <p:nvPr/>
        </p:nvSpPr>
        <p:spPr>
          <a:xfrm>
            <a:off x="4823613" y="3988900"/>
            <a:ext cx="638700" cy="419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5" name="Google Shape;3905;p9"/>
          <p:cNvSpPr/>
          <p:nvPr/>
        </p:nvSpPr>
        <p:spPr>
          <a:xfrm>
            <a:off x="5183500" y="4438950"/>
            <a:ext cx="638700" cy="419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6" name="Google Shape;3906;p9"/>
          <p:cNvSpPr/>
          <p:nvPr/>
        </p:nvSpPr>
        <p:spPr>
          <a:xfrm>
            <a:off x="2375488" y="4438950"/>
            <a:ext cx="638700" cy="4194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7" name="Google Shape;3907;p9"/>
          <p:cNvSpPr/>
          <p:nvPr/>
        </p:nvSpPr>
        <p:spPr>
          <a:xfrm>
            <a:off x="3095263" y="4438950"/>
            <a:ext cx="567600" cy="419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8" name="Google Shape;3908;p9"/>
          <p:cNvSpPr/>
          <p:nvPr/>
        </p:nvSpPr>
        <p:spPr>
          <a:xfrm>
            <a:off x="3743950" y="4438950"/>
            <a:ext cx="638700" cy="419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9" name="Google Shape;3909;p9"/>
          <p:cNvSpPr/>
          <p:nvPr/>
        </p:nvSpPr>
        <p:spPr>
          <a:xfrm>
            <a:off x="4463725" y="4438950"/>
            <a:ext cx="638700" cy="419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0" name="Google Shape;39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9171" y="1596775"/>
            <a:ext cx="857400" cy="8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1" name="Google Shape;3911;p9"/>
          <p:cNvSpPr/>
          <p:nvPr/>
        </p:nvSpPr>
        <p:spPr>
          <a:xfrm>
            <a:off x="6334225" y="2571750"/>
            <a:ext cx="1287300" cy="4194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2" name="Google Shape;3912;p9"/>
          <p:cNvSpPr/>
          <p:nvPr/>
        </p:nvSpPr>
        <p:spPr>
          <a:xfrm>
            <a:off x="6334225" y="4414850"/>
            <a:ext cx="1287300" cy="419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3" name="Google Shape;3913;p9"/>
          <p:cNvSpPr/>
          <p:nvPr/>
        </p:nvSpPr>
        <p:spPr>
          <a:xfrm>
            <a:off x="6334225" y="3032525"/>
            <a:ext cx="1287300" cy="419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4" name="Google Shape;3914;p9"/>
          <p:cNvSpPr/>
          <p:nvPr/>
        </p:nvSpPr>
        <p:spPr>
          <a:xfrm>
            <a:off x="6334225" y="3493300"/>
            <a:ext cx="1287300" cy="419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5" name="Google Shape;3915;p9"/>
          <p:cNvSpPr/>
          <p:nvPr/>
        </p:nvSpPr>
        <p:spPr>
          <a:xfrm>
            <a:off x="6334225" y="3954075"/>
            <a:ext cx="1287300" cy="419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6" name="Google Shape;3916;p9"/>
          <p:cNvSpPr/>
          <p:nvPr/>
        </p:nvSpPr>
        <p:spPr>
          <a:xfrm>
            <a:off x="391350" y="2599700"/>
            <a:ext cx="327000" cy="2234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7" name="Google Shape;3917;p9"/>
          <p:cNvSpPr/>
          <p:nvPr/>
        </p:nvSpPr>
        <p:spPr>
          <a:xfrm>
            <a:off x="7621525" y="2585650"/>
            <a:ext cx="327000" cy="2234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8" name="Google Shape;3918;p9"/>
          <p:cNvSpPr txBox="1"/>
          <p:nvPr/>
        </p:nvSpPr>
        <p:spPr>
          <a:xfrm>
            <a:off x="1790650" y="1815775"/>
            <a:ext cx="7269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Sender</a:t>
            </a:r>
            <a:endParaRPr b="0" i="0" sz="1400" u="none" cap="none" strike="noStrike">
              <a:solidFill>
                <a:srgbClr val="000000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919" name="Google Shape;3919;p9"/>
          <p:cNvSpPr txBox="1"/>
          <p:nvPr/>
        </p:nvSpPr>
        <p:spPr>
          <a:xfrm>
            <a:off x="5562800" y="1815775"/>
            <a:ext cx="9861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Receiver</a:t>
            </a:r>
            <a:endParaRPr b="0" i="0" sz="1400" u="none" cap="none" strike="noStrike">
              <a:solidFill>
                <a:srgbClr val="000000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920" name="Google Shape;3920;p9"/>
          <p:cNvSpPr/>
          <p:nvPr/>
        </p:nvSpPr>
        <p:spPr>
          <a:xfrm>
            <a:off x="1886875" y="4877950"/>
            <a:ext cx="4662000" cy="26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4" name="Shape 3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5" name="Google Shape;3925;p10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What is Protocol </a:t>
            </a:r>
            <a:endParaRPr/>
          </a:p>
        </p:txBody>
      </p:sp>
      <p:sp>
        <p:nvSpPr>
          <p:cNvPr id="3926" name="Google Shape;3926;p10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Protocol is a set of rules that regulate how the operation will be performed. For instance, browsing web or sending email.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There is a specific protocol for each application that regulate and govern how the operation would be performed.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0" name="Shape 3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1" name="Google Shape;3931;p11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IP Address (v4)</a:t>
            </a:r>
            <a:endParaRPr/>
          </a:p>
        </p:txBody>
      </p:sp>
      <p:sp>
        <p:nvSpPr>
          <p:cNvPr id="3932" name="Google Shape;3932;p11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32 binary bits.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Ip address is represented in four octets in dotted-decimal notation. For instance (192.168.1.19)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There are two parts of each address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Network 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Host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6" name="Shape 3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7" name="Google Shape;3937;p12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Domain Name System </a:t>
            </a:r>
            <a:endParaRPr/>
          </a:p>
        </p:txBody>
      </p:sp>
      <p:sp>
        <p:nvSpPr>
          <p:cNvPr id="3938" name="Google Shape;3938;p12"/>
          <p:cNvSpPr txBox="1"/>
          <p:nvPr>
            <p:ph idx="1" type="body"/>
          </p:nvPr>
        </p:nvSpPr>
        <p:spPr>
          <a:xfrm>
            <a:off x="718300" y="16573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People usually find it hard to remember numbers. For example, it is hard for people to memorize all family and friends phone numbers.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Likewise, on the internet the only way to reach any website is by using IP address which is a four octet unique number. 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DNS is a protocol that solves the problem of the need of memorizing all the IPs’ numbers for the domains you usually visit.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2" name="Shape 3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3" name="Google Shape;3943;p13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Domain Name System </a:t>
            </a:r>
            <a:endParaRPr/>
          </a:p>
        </p:txBody>
      </p:sp>
      <p:sp>
        <p:nvSpPr>
          <p:cNvPr id="3944" name="Google Shape;3944;p13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Instead, you would only use the domain name 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DNS could be described as  a table that has domain name and its matching IP address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For instance, the domain (https://uncc.edu) has the IP address (152.15.47.208). Therefore, either by using the domain name or the IP address you should be able to reach the website because of DNS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8" name="Shape 3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9" name="Google Shape;3949;p14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Domain Name System </a:t>
            </a:r>
            <a:endParaRPr/>
          </a:p>
        </p:txBody>
      </p:sp>
      <p:sp>
        <p:nvSpPr>
          <p:cNvPr id="3950" name="Google Shape;3950;p14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It is very important to understand that not all domains has its own dedicated IP address.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You may find multiple websites hosted on the same IP address (Shared Hosting).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It is important for any developer to understand the hierarchical of DNS as follow: 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4" name="Shape 3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5" name="Google Shape;3955;p15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Domain Name System </a:t>
            </a:r>
            <a:endParaRPr/>
          </a:p>
        </p:txBody>
      </p:sp>
      <p:pic>
        <p:nvPicPr>
          <p:cNvPr id="3956" name="Google Shape;39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3450" y="1596775"/>
            <a:ext cx="3650790" cy="339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0" name="Shape 3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1" name="Google Shape;3961;p16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Domain Name System </a:t>
            </a:r>
            <a:endParaRPr/>
          </a:p>
        </p:txBody>
      </p:sp>
      <p:pic>
        <p:nvPicPr>
          <p:cNvPr id="3962" name="Google Shape;39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75" y="2571750"/>
            <a:ext cx="7548875" cy="34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6" name="Shape 3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7" name="Google Shape;3967;p17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Domain Name System </a:t>
            </a:r>
            <a:endParaRPr/>
          </a:p>
        </p:txBody>
      </p:sp>
      <p:pic>
        <p:nvPicPr>
          <p:cNvPr id="3968" name="Google Shape;39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488" y="1596775"/>
            <a:ext cx="6182724" cy="324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2" name="Shape 3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" name="Google Shape;3973;p18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HTTP Protocol </a:t>
            </a:r>
            <a:endParaRPr/>
          </a:p>
        </p:txBody>
      </p:sp>
      <p:sp>
        <p:nvSpPr>
          <p:cNvPr id="3974" name="Google Shape;3974;p18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HyperText Transfer Protocol (HTTP) is the main protocol used nowadays for browsing the internet.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Like most protocols, HTTP was not designed at the start with security consideration in mind.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HTTP is a stateless protocol, which means every request will be dealt with separately.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8" name="Shape 3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9" name="Google Shape;3979;p19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HTTP Protocol </a:t>
            </a:r>
            <a:endParaRPr/>
          </a:p>
        </p:txBody>
      </p:sp>
      <p:sp>
        <p:nvSpPr>
          <p:cNvPr id="3980" name="Google Shape;3980;p19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HTTP works in request/response pair. In another words, when a user wants to access a website a request will be sent to the server. Once the request processed then it will be returned back to the user as response.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981" name="Google Shape;3981;p19"/>
          <p:cNvSpPr/>
          <p:nvPr/>
        </p:nvSpPr>
        <p:spPr>
          <a:xfrm>
            <a:off x="1259275" y="3950500"/>
            <a:ext cx="1020300" cy="85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2" name="Google Shape;3982;p19"/>
          <p:cNvSpPr/>
          <p:nvPr/>
        </p:nvSpPr>
        <p:spPr>
          <a:xfrm>
            <a:off x="6306700" y="3950500"/>
            <a:ext cx="1020300" cy="8574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3" name="Google Shape;3983;p19"/>
          <p:cNvSpPr/>
          <p:nvPr/>
        </p:nvSpPr>
        <p:spPr>
          <a:xfrm>
            <a:off x="2307525" y="3964475"/>
            <a:ext cx="3942300" cy="335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4" name="Google Shape;3984;p19"/>
          <p:cNvSpPr/>
          <p:nvPr/>
        </p:nvSpPr>
        <p:spPr>
          <a:xfrm>
            <a:off x="2307525" y="4467650"/>
            <a:ext cx="3913500" cy="335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8" name="Shape 3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9" name="Google Shape;3989;p20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HTTP Protocol (Request)</a:t>
            </a:r>
            <a:endParaRPr/>
          </a:p>
        </p:txBody>
      </p:sp>
      <p:sp>
        <p:nvSpPr>
          <p:cNvPr id="3990" name="Google Shape;3990;p20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HTTP uses some methods to format the request going from the user’s browser to the server.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These methods are called verbs. There are many types, the following are the most common verbs: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4" name="Shape 3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" name="Google Shape;3995;p21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HTTP Protocol (Request) </a:t>
            </a:r>
            <a:endParaRPr/>
          </a:p>
        </p:txBody>
      </p:sp>
      <p:sp>
        <p:nvSpPr>
          <p:cNvPr id="3996" name="Google Shape;3996;p21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GET: is the most common request type used by browsers for normal resource fetching operations.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POST: is the most common request type used by browsers for submitting forms. Usually, payload is attached with this request type.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UPDATE: is most common request type used for updating a resource.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0" name="Shape 4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1" name="Google Shape;4001;p22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HTTP Protocol (Request) </a:t>
            </a:r>
            <a:endParaRPr/>
          </a:p>
        </p:txBody>
      </p:sp>
      <p:sp>
        <p:nvSpPr>
          <p:cNvPr id="4002" name="Google Shape;4002;p22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DELETE:  is most common type used for deleting operation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6" name="Shape 4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7" name="Google Shape;4007;p23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HTTP (Response) </a:t>
            </a:r>
            <a:endParaRPr/>
          </a:p>
        </p:txBody>
      </p:sp>
      <p:sp>
        <p:nvSpPr>
          <p:cNvPr id="4008" name="Google Shape;4008;p23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HTTP responses are fixed and standardized. This helps browsers handling the response in the right way.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There is something called HTTP response which is presented by 3 digit (XXX).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The first digit from the left represent the response category. Where the the second and third digit represent error number.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2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3" name="Google Shape;4013;p24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HTTP (Response) </a:t>
            </a:r>
            <a:endParaRPr/>
          </a:p>
        </p:txBody>
      </p:sp>
      <p:sp>
        <p:nvSpPr>
          <p:cNvPr id="4014" name="Google Shape;4014;p24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HTTP response categories are: 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1xx: Informational Messages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2xx: Successful operation messages 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3XX: Redirection messages 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4XX: Errors on the client side. For example, requesting a wrong page. 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5XX: Errors on the server side. For Example, an error on your application.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8" name="Shape 4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9" name="Google Shape;4019;p25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TCP or UDP </a:t>
            </a:r>
            <a:endParaRPr/>
          </a:p>
        </p:txBody>
      </p:sp>
      <p:pic>
        <p:nvPicPr>
          <p:cNvPr id="4020" name="Google Shape;402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525" y="1763150"/>
            <a:ext cx="7254658" cy="32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4" name="Shape 4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5" name="Google Shape;4025;p26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Checking Connectivity </a:t>
            </a:r>
            <a:endParaRPr/>
          </a:p>
        </p:txBody>
      </p:sp>
      <p:sp>
        <p:nvSpPr>
          <p:cNvPr id="4026" name="Google Shape;4026;p26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Connectivity means that you can reach to one pc from another one.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You may use Ping command from the command line to ensure the connectivity.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0" name="Shape 4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1" name="Google Shape;4031;p27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Tracing packets </a:t>
            </a:r>
            <a:endParaRPr/>
          </a:p>
        </p:txBody>
      </p:sp>
      <p:sp>
        <p:nvSpPr>
          <p:cNvPr id="4032" name="Google Shape;4032;p27"/>
          <p:cNvSpPr txBox="1"/>
          <p:nvPr>
            <p:ph idx="1" type="body"/>
          </p:nvPr>
        </p:nvSpPr>
        <p:spPr>
          <a:xfrm>
            <a:off x="718300" y="15811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In some cases, you are unable to reach to a specific ip address but it gives you that destination is not reachable. What should you do in this case?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It is important as developer to know where the problem is present.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Tracing your request might give you an understanding where the problem reside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You may use traceroute command to do that. 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6" name="Shape 4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7" name="Google Shape;4037;g37ce7f7d66a_0_0"/>
          <p:cNvSpPr txBox="1"/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8" name="Google Shape;4038;g37ce7f7d66a_0_0"/>
          <p:cNvSpPr txBox="1"/>
          <p:nvPr>
            <p:ph idx="1" type="body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IP address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Request/Response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Ping “Check connectivity”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Tracing a packet “Tracert”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DNS using NSlookup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2" name="Shape 4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Google Shape;4043;p28"/>
          <p:cNvSpPr/>
          <p:nvPr/>
        </p:nvSpPr>
        <p:spPr>
          <a:xfrm>
            <a:off x="476250" y="2023008"/>
            <a:ext cx="3811638" cy="86256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wbray template">
  <a:themeElements>
    <a:clrScheme name="Custom 347">
      <a:dk1>
        <a:srgbClr val="003B55"/>
      </a:dk1>
      <a:lt1>
        <a:srgbClr val="FFFFFF"/>
      </a:lt1>
      <a:dk2>
        <a:srgbClr val="0B87A1"/>
      </a:dk2>
      <a:lt2>
        <a:srgbClr val="EEF1EE"/>
      </a:lt2>
      <a:accent1>
        <a:srgbClr val="D3EBD5"/>
      </a:accent1>
      <a:accent2>
        <a:srgbClr val="80BFB7"/>
      </a:accent2>
      <a:accent3>
        <a:srgbClr val="0B87A1"/>
      </a:accent3>
      <a:accent4>
        <a:srgbClr val="01597F"/>
      </a:accent4>
      <a:accent5>
        <a:srgbClr val="003B55"/>
      </a:accent5>
      <a:accent6>
        <a:srgbClr val="001120"/>
      </a:accent6>
      <a:hlink>
        <a:srgbClr val="01597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