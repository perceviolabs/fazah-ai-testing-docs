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A2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974" y="1725662"/>
            <a:ext cx="330190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800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] { } " " 123 true null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020163" y="2389138"/>
            <a:ext cx="510367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Data Types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625560" y="3405039"/>
            <a:ext cx="38928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800" dirty="0">
                <a:solidFill>
                  <a:srgbClr val="B8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Variable Types in PHP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Supports 8 Data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8636198" cy="514350"/>
          </a:xfrm>
          <a:prstGeom prst="roundRect">
            <a:avLst>
              <a:gd name="adj" fmla="val 14815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1006376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can store different types of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3901" y="1558826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2183" y="1704826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2183" y="1965127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44651" y="1558826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572933" y="1704826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72933" y="1965127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35401" y="1558826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63683" y="1704826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63683" y="1965127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26151" y="1558826"/>
            <a:ext cx="2063948" cy="695176"/>
          </a:xfrm>
          <a:prstGeom prst="roundRect">
            <a:avLst>
              <a:gd name="adj" fmla="val 10961"/>
            </a:avLst>
          </a:prstGeom>
          <a:solidFill>
            <a:srgbClr val="FFFFFF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54432" y="1704826"/>
            <a:ext cx="1807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54432" y="1965127"/>
            <a:ext cx="18073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True/False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901" y="2380952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3E0"/>
          </a:solidFill>
          <a:ln w="19050">
            <a:solidFill>
              <a:srgbClr val="FD7E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2183" y="2526953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2183" y="2787253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values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44651" y="2380952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3E0"/>
          </a:solidFill>
          <a:ln w="19050">
            <a:solidFill>
              <a:srgbClr val="FD7E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72933" y="2526953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72933" y="2787253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instances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35401" y="2380952"/>
            <a:ext cx="2063800" cy="695176"/>
          </a:xfrm>
          <a:prstGeom prst="roundRect">
            <a:avLst>
              <a:gd name="adj" fmla="val 10961"/>
            </a:avLst>
          </a:prstGeom>
          <a:solidFill>
            <a:srgbClr val="FFF3E0"/>
          </a:solidFill>
          <a:ln w="19050">
            <a:solidFill>
              <a:srgbClr val="FD7E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63683" y="2526953"/>
            <a:ext cx="18072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63683" y="2787253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value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26151" y="2380952"/>
            <a:ext cx="2063948" cy="695176"/>
          </a:xfrm>
          <a:prstGeom prst="roundRect">
            <a:avLst>
              <a:gd name="adj" fmla="val 10961"/>
            </a:avLst>
          </a:prstGeom>
          <a:solidFill>
            <a:srgbClr val="FFF3E0"/>
          </a:solidFill>
          <a:ln w="19050">
            <a:solidFill>
              <a:srgbClr val="FD7E1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954432" y="2526953"/>
            <a:ext cx="1807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54432" y="2787253"/>
            <a:ext cx="18073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Data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53976"/>
            <a:ext cx="8636198" cy="453926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7713" y="853976"/>
            <a:ext cx="0" cy="453926"/>
          </a:xfrm>
          <a:prstGeom prst="line">
            <a:avLst/>
          </a:prstGeom>
          <a:noFill/>
          <a:ln w="47625">
            <a:solidFill>
              <a:srgbClr val="FD7E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476" y="980926"/>
            <a:ext cx="8501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sequence of characters enclosed in quotes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3901" y="1460302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or Double Quotes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3901" y="1774627"/>
            <a:ext cx="8636198" cy="990005"/>
          </a:xfrm>
          <a:prstGeom prst="roundRect">
            <a:avLst>
              <a:gd name="adj" fmla="val 5131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851" y="1926878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world!"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0851" y="2104579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 world!'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0851" y="2282279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var_dump($x);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0851" y="2459980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var_dump($y);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901" y="2866132"/>
            <a:ext cx="8636198" cy="488752"/>
          </a:xfrm>
          <a:prstGeom prst="roundRect">
            <a:avLst>
              <a:gd name="adj" fmla="val 1039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402" y="2967633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string(12) "Hello world!"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402" y="3110508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string(12) 'Hello world!'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3901" y="3481834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3901" y="3821460"/>
            <a:ext cx="8636198" cy="5143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buSzPct val="100000"/>
              <a:buChar char="•"/>
            </a:pPr>
            <a:r>
              <a:rPr lang="en-US" sz="12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use single or double quotes</a:t>
            </a:r>
            <a:endParaRPr lang="en-US" sz="1200" dirty="0"/>
          </a:p>
          <a:p>
            <a:pPr algn="l" marL="127000" indent="-127000">
              <a:buSzPct val="100000"/>
              <a:buChar char="•"/>
            </a:pPr>
            <a:r>
              <a:rPr lang="en-US" sz="12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quotes parse variables</a:t>
            </a:r>
            <a:endParaRPr lang="en-US" sz="1200" dirty="0"/>
          </a:p>
          <a:p>
            <a:pPr algn="l" marL="127000" indent="-127000">
              <a:buSzPct val="100000"/>
              <a:buChar char="•"/>
            </a:pPr>
            <a:r>
              <a:rPr lang="en-US" sz="12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quotes are faster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4222849" cy="2126456"/>
          </a:xfrm>
          <a:prstGeom prst="roundRect">
            <a:avLst>
              <a:gd name="adj" fmla="val 3583"/>
            </a:avLst>
          </a:prstGeom>
          <a:solidFill>
            <a:srgbClr val="FFFFFF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351" y="987326"/>
            <a:ext cx="39575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5351" y="1326952"/>
            <a:ext cx="3879949" cy="609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numbers only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decimal point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±2,147,483,647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negative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5351" y="2038052"/>
            <a:ext cx="3879949" cy="732830"/>
          </a:xfrm>
          <a:prstGeom prst="roundRect">
            <a:avLst>
              <a:gd name="adj" fmla="val 6932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6852" y="2164854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5985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6852" y="2333030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-123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6852" y="2501205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$z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0x1A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// hex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7250" y="815876"/>
            <a:ext cx="4222849" cy="2126456"/>
          </a:xfrm>
          <a:prstGeom prst="roundRect">
            <a:avLst>
              <a:gd name="adj" fmla="val 3583"/>
            </a:avLst>
          </a:prstGeom>
          <a:solidFill>
            <a:srgbClr val="FFFFFF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38700" y="987326"/>
            <a:ext cx="39575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(Double)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38700" y="1326952"/>
            <a:ext cx="3879949" cy="6096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Decimal numbers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form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precision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001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notation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38700" y="2038052"/>
            <a:ext cx="3879949" cy="732830"/>
          </a:xfrm>
          <a:prstGeom prst="roundRect">
            <a:avLst>
              <a:gd name="adj" fmla="val 6932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40201" y="2164854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10.365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40201" y="2333030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2.4e3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40201" y="2501205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$z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7E-10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 &amp; NULL Types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4222849" cy="2703909"/>
          </a:xfrm>
          <a:prstGeom prst="roundRect">
            <a:avLst>
              <a:gd name="adj" fmla="val 2818"/>
            </a:avLst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5351" y="987326"/>
            <a:ext cx="39575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5351" y="1355527"/>
            <a:ext cx="3957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possible states: TRUE or FALSE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351" y="1628477"/>
            <a:ext cx="3879949" cy="1237357"/>
          </a:xfrm>
          <a:prstGeom prst="roundRect">
            <a:avLst>
              <a:gd name="adj" fmla="val 4106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6852" y="1755279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$isActive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6852" y="1923455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$isComplete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6852" y="2091630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Used in conditions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6852" y="2259806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($isActive)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6852" y="2427982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"Active";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6852" y="2596158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5351" y="2967335"/>
            <a:ext cx="3879949" cy="304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conditional testing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Case-insensitive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7250" y="815876"/>
            <a:ext cx="4222849" cy="2535734"/>
          </a:xfrm>
          <a:prstGeom prst="roundRect">
            <a:avLst>
              <a:gd name="adj" fmla="val 3005"/>
            </a:avLst>
          </a:prstGeom>
          <a:solidFill>
            <a:srgbClr val="F3E5F5"/>
          </a:solidFill>
          <a:ln w="19050">
            <a:solidFill>
              <a:srgbClr val="9C27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8700" y="987326"/>
            <a:ext cx="39575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38700" y="1355527"/>
            <a:ext cx="39575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type - represents no 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8700" y="1628477"/>
            <a:ext cx="3879949" cy="1069181"/>
          </a:xfrm>
          <a:prstGeom prst="roundRect">
            <a:avLst>
              <a:gd name="adj" fmla="val 4751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40201" y="1755279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C2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40201" y="1923455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$y; // auto NULL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40201" y="2091630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Empty a variable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40201" y="2259806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"John";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40201" y="2427982"/>
            <a:ext cx="37504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C2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38700" y="2799159"/>
            <a:ext cx="3879949" cy="3048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value: NULL</a:t>
            </a:r>
            <a:endParaRPr lang="en-US" sz="1100" dirty="0"/>
          </a:p>
          <a:p>
            <a:pPr algn="l" marL="101600" indent="-101600">
              <a:buSzPct val="100000"/>
              <a:buChar char="•"/>
            </a:pPr>
            <a:r>
              <a:rPr lang="en-US" sz="11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without value = NULL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Data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8636198" cy="453926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7713" y="815876"/>
            <a:ext cx="0" cy="453926"/>
          </a:xfrm>
          <a:prstGeom prst="line">
            <a:avLst/>
          </a:prstGeom>
          <a:noFill/>
          <a:ln w="47625">
            <a:solidFill>
              <a:srgbClr val="FD7E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476" y="942826"/>
            <a:ext cx="8501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multiple values in a single variable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3901" y="1422202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Array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3901" y="1736527"/>
            <a:ext cx="8636198" cy="990005"/>
          </a:xfrm>
          <a:prstGeom prst="roundRect">
            <a:avLst>
              <a:gd name="adj" fmla="val 5131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0851" y="1888778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"Toyota"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0851" y="2066479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using short syntax: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0851" y="2244179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$cars = [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"BMW"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"Toyota"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0851" y="2421880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var_dump($cars);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3901" y="2828032"/>
            <a:ext cx="8636198" cy="945654"/>
          </a:xfrm>
          <a:prstGeom prst="roundRect">
            <a:avLst>
              <a:gd name="adj" fmla="val 5372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402" y="2942183"/>
            <a:ext cx="8601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array(3)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5402" y="3088184"/>
            <a:ext cx="8601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[0]=&gt; string(5) "Volvo"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5402" y="3234184"/>
            <a:ext cx="8601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[1]=&gt; string(3) "BMW"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5402" y="3380184"/>
            <a:ext cx="8601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[2]=&gt; string(6) "Toyota"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5402" y="3526185"/>
            <a:ext cx="86018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3901" y="3900636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Elements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3901" y="4214961"/>
            <a:ext cx="8636198" cy="456902"/>
          </a:xfrm>
          <a:prstGeom prst="roundRect">
            <a:avLst>
              <a:gd name="adj" fmla="val 11118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0851" y="4367213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$cars[0]; // Output: Volvo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901" y="253901"/>
            <a:ext cx="880892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Data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53901" y="815876"/>
            <a:ext cx="8636198" cy="453926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77713" y="815876"/>
            <a:ext cx="0" cy="453926"/>
          </a:xfrm>
          <a:prstGeom prst="line">
            <a:avLst/>
          </a:prstGeom>
          <a:noFill/>
          <a:ln w="47625">
            <a:solidFill>
              <a:srgbClr val="FD7E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8476" y="942826"/>
            <a:ext cx="85013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of a class - template for creating objects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3901" y="1422202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3901" y="1736527"/>
            <a:ext cx="8636198" cy="1615380"/>
          </a:xfrm>
          <a:prstGeom prst="roundRect">
            <a:avLst>
              <a:gd name="adj" fmla="val 3145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5402" y="1850678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 {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5402" y="2006203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$color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5402" y="2161729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$model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5402" y="2472779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__construct(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$color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$model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402" y="2628305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-&gt;color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$color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402" y="2783830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$this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-&gt;model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$model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402" y="2939355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402" y="3094881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3901" y="3478857"/>
            <a:ext cx="880892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Object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3901" y="3793182"/>
            <a:ext cx="8636198" cy="526703"/>
          </a:xfrm>
          <a:prstGeom prst="roundRect">
            <a:avLst>
              <a:gd name="adj" fmla="val 9645"/>
            </a:avLst>
          </a:prstGeom>
          <a:solidFill>
            <a:srgbClr val="001F3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55402" y="3907334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$myCar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17A2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Car(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"Volvo"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5402" y="4062859"/>
            <a:ext cx="86018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D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$myCar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-&gt;color; // Output: 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39" y="253901"/>
            <a:ext cx="88089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FD7E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53901" y="873026"/>
            <a:ext cx="8636198" cy="1282303"/>
          </a:xfrm>
          <a:prstGeom prst="roundRect">
            <a:avLst>
              <a:gd name="adj" fmla="val 5942"/>
            </a:avLst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851" y="999976"/>
            <a:ext cx="85499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Type: var_dump()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0851" y="1285726"/>
            <a:ext cx="8382298" cy="514052"/>
          </a:xfrm>
          <a:prstGeom prst="roundRect">
            <a:avLst>
              <a:gd name="adj" fmla="val 9882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051" y="1387227"/>
            <a:ext cx="83944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5;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051" y="1555403"/>
            <a:ext cx="83944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var_dump($x); // int(5)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0851" y="1875979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B8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type and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3901" y="2307729"/>
            <a:ext cx="8636198" cy="1450479"/>
          </a:xfrm>
          <a:prstGeom prst="roundRect">
            <a:avLst>
              <a:gd name="adj" fmla="val 5253"/>
            </a:avLst>
          </a:prstGeom>
          <a:solidFill>
            <a:srgbClr val="0D47A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0851" y="2434679"/>
            <a:ext cx="85499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Casting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0851" y="2720429"/>
            <a:ext cx="8382298" cy="682228"/>
          </a:xfrm>
          <a:prstGeom prst="roundRect">
            <a:avLst>
              <a:gd name="adj" fmla="val 7446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051" y="2821930"/>
            <a:ext cx="83944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$x = (string) 5; // "5"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051" y="2990106"/>
            <a:ext cx="83944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$y = (int) "123"; // 123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051" y="3158282"/>
            <a:ext cx="83944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$z = (bool) 1; // true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0851" y="3478857"/>
            <a:ext cx="85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B8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between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3901" y="3910608"/>
            <a:ext cx="4241899" cy="879128"/>
          </a:xfrm>
          <a:prstGeom prst="roundRect">
            <a:avLst>
              <a:gd name="adj" fmla="val 8668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55402" y="4012109"/>
            <a:ext cx="41196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Typing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5402" y="4234309"/>
            <a:ext cx="4038898" cy="28575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change automatically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declaration needed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8200" y="3910608"/>
            <a:ext cx="4241899" cy="879128"/>
          </a:xfrm>
          <a:prstGeom prst="roundRect">
            <a:avLst>
              <a:gd name="adj" fmla="val 8668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49701" y="4012109"/>
            <a:ext cx="41196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Functions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49701" y="4234309"/>
            <a:ext cx="4038898" cy="4286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is_string()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is_int()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E3F2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is_array()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Data Types</dc:title>
  <dc:subject>PptxGenJS Presentation</dc:subject>
  <dc:creator>PptxGenJS</dc:creator>
  <cp:lastModifiedBy>PptxGenJS</cp:lastModifiedBy>
  <cp:revision>1</cp:revision>
  <dcterms:created xsi:type="dcterms:W3CDTF">2025-09-27T08:44:01Z</dcterms:created>
  <dcterms:modified xsi:type="dcterms:W3CDTF">2025-09-27T08:44:01Z</dcterms:modified>
</cp:coreProperties>
</file>