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A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9945" y="1495425"/>
            <a:ext cx="88411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6400" dirty="0">
                <a:solidFill>
                  <a:srgbClr val="E9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"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631786" y="2619375"/>
            <a:ext cx="38802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Strings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945413" y="3635276"/>
            <a:ext cx="32531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8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Manipulation &amp; Processing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PHP Strings?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8636198" cy="514350"/>
          </a:xfrm>
          <a:prstGeom prst="rect">
            <a:avLst/>
          </a:prstGeom>
          <a:solidFill>
            <a:srgbClr val="E8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7713" y="853976"/>
            <a:ext cx="0" cy="514350"/>
          </a:xfrm>
          <a:prstGeom prst="line">
            <a:avLst/>
          </a:prstGeom>
          <a:noFill/>
          <a:ln w="47625">
            <a:solidFill>
              <a:srgbClr val="E91E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3926" y="1006376"/>
            <a:ext cx="84494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 of characters like "Hello world!"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558826"/>
            <a:ext cx="4241899" cy="1469678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5351" y="1730276"/>
            <a:ext cx="3976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Quotes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5351" y="2069902"/>
            <a:ext cx="3898999" cy="355402"/>
          </a:xfrm>
          <a:prstGeom prst="roundRect">
            <a:avLst>
              <a:gd name="adj" fmla="val 142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6852" y="2171402"/>
            <a:ext cx="3769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$str = </a:t>
            </a:r>
            <a:pPr algn="l" indent="0" marL="0">
              <a:buNone/>
            </a:pPr>
            <a:r>
              <a:rPr lang="en-US" sz="11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World'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351" y="2501503"/>
            <a:ext cx="3898999" cy="304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Literal strings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variable parsing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8200" y="1558826"/>
            <a:ext cx="4241899" cy="1469678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9650" y="1730276"/>
            <a:ext cx="3976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Quotes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9650" y="2069902"/>
            <a:ext cx="3898999" cy="355402"/>
          </a:xfrm>
          <a:prstGeom prst="roundRect">
            <a:avLst>
              <a:gd name="adj" fmla="val 142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1151" y="2171402"/>
            <a:ext cx="3769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$str = </a:t>
            </a:r>
            <a:pPr algn="l" indent="0" marL="0">
              <a:buNone/>
            </a:pPr>
            <a:r>
              <a:rPr lang="en-US" sz="11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9650" y="2501503"/>
            <a:ext cx="3898999" cy="304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variables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sequences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vs Double Quotes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4222849" cy="2383482"/>
          </a:xfrm>
          <a:prstGeom prst="roundRect">
            <a:avLst>
              <a:gd name="adj" fmla="val 3197"/>
            </a:avLst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6551" y="1025426"/>
            <a:ext cx="39575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 Single Quotes 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5351" y="1365052"/>
            <a:ext cx="3879949" cy="564654"/>
          </a:xfrm>
          <a:prstGeom prst="roundRect">
            <a:avLst>
              <a:gd name="adj" fmla="val 899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6852" y="1491853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'John';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6852" y="1660029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'Hello $name';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351" y="2031206"/>
            <a:ext cx="3879949" cy="295275"/>
          </a:xfrm>
          <a:prstGeom prst="roundRect">
            <a:avLst>
              <a:gd name="adj" fmla="val 17204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1551" y="2107406"/>
            <a:ext cx="3802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Hello $name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351" y="2427982"/>
            <a:ext cx="39575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7E51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Variables NOT parsed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5351" y="2640657"/>
            <a:ext cx="39575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7E51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Faster 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5351" y="2853333"/>
            <a:ext cx="39575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7E51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Literal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7250" y="853976"/>
            <a:ext cx="4222849" cy="2383482"/>
          </a:xfrm>
          <a:prstGeom prst="roundRect">
            <a:avLst>
              <a:gd name="adj" fmla="val 3197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99901" y="1025426"/>
            <a:ext cx="39575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Double Quotes 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38700" y="1365052"/>
            <a:ext cx="3879949" cy="564654"/>
          </a:xfrm>
          <a:prstGeom prst="roundRect">
            <a:avLst>
              <a:gd name="adj" fmla="val 899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0201" y="1491853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"John";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40201" y="1660029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 $name";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38700" y="2031206"/>
            <a:ext cx="3879949" cy="295275"/>
          </a:xfrm>
          <a:prstGeom prst="roundRect">
            <a:avLst>
              <a:gd name="adj" fmla="val 17204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900" y="2107406"/>
            <a:ext cx="3802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Hello John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38700" y="2427982"/>
            <a:ext cx="39575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Variables parsed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38700" y="2640657"/>
            <a:ext cx="39575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Escape sequences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38700" y="2853333"/>
            <a:ext cx="39575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More flexible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Length &amp; Word Count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3901" y="777776"/>
            <a:ext cx="8636198" cy="1507629"/>
          </a:xfrm>
          <a:prstGeom prst="roundRect">
            <a:avLst>
              <a:gd name="adj" fmla="val 5054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9901" y="923776"/>
            <a:ext cx="85110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strlen()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9901" y="1219051"/>
            <a:ext cx="85110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length of a string in bytes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9901" y="1447651"/>
            <a:ext cx="8344198" cy="345877"/>
          </a:xfrm>
          <a:prstGeom prst="roundRect">
            <a:avLst>
              <a:gd name="adj" fmla="val 1468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101" y="1549152"/>
            <a:ext cx="8355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strlen("Hello world!");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9901" y="1869728"/>
            <a:ext cx="719733" cy="269677"/>
          </a:xfrm>
          <a:prstGeom prst="roundRect">
            <a:avLst>
              <a:gd name="adj" fmla="val 1883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302" y="1933129"/>
            <a:ext cx="6047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901" y="2412355"/>
            <a:ext cx="8636198" cy="1507629"/>
          </a:xfrm>
          <a:prstGeom prst="roundRect">
            <a:avLst>
              <a:gd name="adj" fmla="val 5054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9901" y="2558355"/>
            <a:ext cx="85110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str_word_count()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9901" y="2853630"/>
            <a:ext cx="85110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the number of words in a string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9901" y="3082230"/>
            <a:ext cx="8344198" cy="345877"/>
          </a:xfrm>
          <a:prstGeom prst="roundRect">
            <a:avLst>
              <a:gd name="adj" fmla="val 1468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101" y="3183731"/>
            <a:ext cx="8355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str_word_count("Hello world!");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9901" y="3504307"/>
            <a:ext cx="649188" cy="269677"/>
          </a:xfrm>
          <a:prstGeom prst="roundRect">
            <a:avLst>
              <a:gd name="adj" fmla="val 1883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3302" y="3567708"/>
            <a:ext cx="532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901" y="4046934"/>
            <a:ext cx="8636198" cy="374452"/>
          </a:xfrm>
          <a:prstGeom prst="roundRect">
            <a:avLst>
              <a:gd name="adj" fmla="val 2035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402" y="4148435"/>
            <a:ext cx="86018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strlen() counts characters including spaces!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Search: strpos()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8636198" cy="3008709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351" y="1025426"/>
            <a:ext cx="845916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strpos()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5351" y="1384102"/>
            <a:ext cx="8459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position of first occurrence of a substring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351" y="1682502"/>
            <a:ext cx="8293298" cy="583704"/>
          </a:xfrm>
          <a:prstGeom prst="roundRect">
            <a:avLst>
              <a:gd name="adj" fmla="val 870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6852" y="1809304"/>
            <a:ext cx="82521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$text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world!"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6852" y="1987004"/>
            <a:ext cx="82521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strpos($text,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"world"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5351" y="2393156"/>
            <a:ext cx="2461468" cy="431602"/>
          </a:xfrm>
          <a:prstGeom prst="roundRect">
            <a:avLst>
              <a:gd name="adj" fmla="val 11770"/>
            </a:avLst>
          </a:prstGeom>
          <a:solidFill>
            <a:srgbClr val="E8F8F3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6377" y="2504182"/>
            <a:ext cx="22842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e l l o   w o r l d 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736" y="2824758"/>
            <a:ext cx="2510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0 1 2 3 4 5 6 7 8 9 10 11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3770" y="2532757"/>
            <a:ext cx="258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94621" y="2474119"/>
            <a:ext cx="1032867" cy="412552"/>
          </a:xfrm>
          <a:prstGeom prst="roundRect">
            <a:avLst>
              <a:gd name="adj" fmla="val 12314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96121" y="2575620"/>
            <a:ext cx="8464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351" y="3094583"/>
            <a:ext cx="8293298" cy="596652"/>
          </a:xfrm>
          <a:prstGeom prst="roundRect">
            <a:avLst>
              <a:gd name="adj" fmla="val 8514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6852" y="3196084"/>
            <a:ext cx="82521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Returns FALSE if not found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852" y="3418284"/>
            <a:ext cx="82521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First character position is 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Concatenation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3901" y="777776"/>
            <a:ext cx="8636198" cy="1285131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4452" y="898327"/>
            <a:ext cx="8562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1: Dot Operator (.)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4452" y="1161752"/>
            <a:ext cx="8395097" cy="457051"/>
          </a:xfrm>
          <a:prstGeom prst="roundRect">
            <a:avLst>
              <a:gd name="adj" fmla="val 1111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0652" y="1250603"/>
            <a:ext cx="8407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$first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$last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"World"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0652" y="1396603"/>
            <a:ext cx="8407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 = $first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$last;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452" y="1682204"/>
            <a:ext cx="8395097" cy="260152"/>
          </a:xfrm>
          <a:prstGeom prst="roundRect">
            <a:avLst>
              <a:gd name="adj" fmla="val 1952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7852" y="1745605"/>
            <a:ext cx="8433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Hello World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3901" y="2151757"/>
            <a:ext cx="8636198" cy="1285131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4452" y="2272308"/>
            <a:ext cx="8562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2: Double Quotes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452" y="2535734"/>
            <a:ext cx="8395097" cy="457051"/>
          </a:xfrm>
          <a:prstGeom prst="roundRect">
            <a:avLst>
              <a:gd name="adj" fmla="val 1111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652" y="2624584"/>
            <a:ext cx="8407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$first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$last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"World"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0652" y="2770584"/>
            <a:ext cx="8407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"$first $last"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452" y="3056186"/>
            <a:ext cx="8395097" cy="260152"/>
          </a:xfrm>
          <a:prstGeom prst="roundRect">
            <a:avLst>
              <a:gd name="adj" fmla="val 1952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7852" y="3119586"/>
            <a:ext cx="8433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Hello World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3901" y="3525738"/>
            <a:ext cx="8636198" cy="1285131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4452" y="3646289"/>
            <a:ext cx="8562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3: Concatenation Assignment (.=)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452" y="3909715"/>
            <a:ext cx="8395097" cy="457051"/>
          </a:xfrm>
          <a:prstGeom prst="roundRect">
            <a:avLst>
              <a:gd name="adj" fmla="val 1111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0652" y="3998565"/>
            <a:ext cx="8407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$str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0652" y="4144566"/>
            <a:ext cx="8407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$str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.=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World"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452" y="4430167"/>
            <a:ext cx="8395097" cy="260152"/>
          </a:xfrm>
          <a:prstGeom prst="roundRect">
            <a:avLst>
              <a:gd name="adj" fmla="val 1952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7852" y="4493568"/>
            <a:ext cx="8433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Hello World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String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4927" y="926902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strtoupper()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4927" y="1130052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uppercase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4927" y="1314152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5677" y="1364903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→ "HELLO"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74950" y="815876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85976" y="926902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strtolower()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85976" y="1130052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lowercase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85976" y="1314152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36727" y="1364903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→ "hello"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96000" y="815876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07026" y="926902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ucfirst()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7026" y="1130052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Capitalize first letter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07026" y="1314152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57776" y="1364903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→ "Hello"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3901" y="1767929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4927" y="1878955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4927" y="2082105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whitespace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4927" y="2266206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5677" y="2316956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hello " → "hello"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74950" y="1767929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85976" y="1878955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85976" y="2082105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substring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85976" y="2266206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36727" y="2316956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("Hello", 0, 3) → "Hel"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96000" y="1767929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07026" y="1878955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str_replace()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07026" y="2082105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text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07026" y="2266206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57776" y="2316956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("Hi", "Hello", "Hi Bob") → "Hello Bob"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3901" y="2719983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4927" y="2831009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4927" y="3034159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to array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4927" y="3218259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15677" y="3269010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("a,b,c", ",") → ["a","b","c"]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74950" y="2719983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285976" y="2831009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implode()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85976" y="3034159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array to string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85976" y="3218259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36727" y="3269010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(["a","b"], "-") → "a-b"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96000" y="2719983"/>
            <a:ext cx="2794099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07026" y="2831009"/>
            <a:ext cx="2623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strrev()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07026" y="3034159"/>
            <a:ext cx="2623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string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7026" y="3218259"/>
            <a:ext cx="2572048" cy="215801"/>
          </a:xfrm>
          <a:prstGeom prst="roundRect">
            <a:avLst>
              <a:gd name="adj" fmla="val 1765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257776" y="3269010"/>
            <a:ext cx="251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→ "olleh"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359" y="31745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17450" y="1038076"/>
            <a:ext cx="2709416" cy="1244501"/>
          </a:xfrm>
          <a:prstGeom prst="roundRect">
            <a:avLst>
              <a:gd name="adj" fmla="val 612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9850" y="1190476"/>
            <a:ext cx="24527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9850" y="1501527"/>
            <a:ext cx="2404616" cy="6286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single quotes for literals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quotes for variables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unnecessary concatenation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17366" y="1038076"/>
            <a:ext cx="2709416" cy="1244501"/>
          </a:xfrm>
          <a:prstGeom prst="roundRect">
            <a:avLst>
              <a:gd name="adj" fmla="val 612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69766" y="1190476"/>
            <a:ext cx="24527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69766" y="1501527"/>
            <a:ext cx="2404616" cy="6286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escape user input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htmlspecialchars()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string length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17282" y="1038076"/>
            <a:ext cx="2709416" cy="1244501"/>
          </a:xfrm>
          <a:prstGeom prst="roundRect">
            <a:avLst>
              <a:gd name="adj" fmla="val 612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69682" y="1190476"/>
            <a:ext cx="24527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9682" y="1501527"/>
            <a:ext cx="2404616" cy="6286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consistent with quotes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variable names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complex operations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7450" y="2473077"/>
            <a:ext cx="8509099" cy="806351"/>
          </a:xfrm>
          <a:prstGeom prst="roundRect">
            <a:avLst>
              <a:gd name="adj" fmla="val 94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7807" y="2625477"/>
            <a:ext cx="8368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Functions to Remember: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7807" y="2927003"/>
            <a:ext cx="8368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strlen() • str_word_count() • strpos() • str_replace() • substr() • trim()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Strings</dc:title>
  <dc:subject>PptxGenJS Presentation</dc:subject>
  <dc:creator>PptxGenJS</dc:creator>
  <cp:lastModifiedBy>PptxGenJS</cp:lastModifiedBy>
  <cp:revision>1</cp:revision>
  <dcterms:created xsi:type="dcterms:W3CDTF">2025-09-27T08:49:56Z</dcterms:created>
  <dcterms:modified xsi:type="dcterms:W3CDTF">2025-09-27T08:49:56Z</dcterms:modified>
</cp:coreProperties>
</file>