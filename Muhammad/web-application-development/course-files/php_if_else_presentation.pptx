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1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B8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3921" y="1365349"/>
            <a:ext cx="497615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360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→ True / False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03714" y="2143125"/>
            <a:ext cx="773642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If...Else Statements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100862" y="3159026"/>
            <a:ext cx="2942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1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Decision Making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92888" y="3679627"/>
            <a:ext cx="33582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• else • elseif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Conditional Statements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37445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374452"/>
          </a:xfrm>
          <a:prstGeom prst="line">
            <a:avLst/>
          </a:prstGeom>
          <a:noFill/>
          <a:ln w="476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7726" y="853976"/>
            <a:ext cx="86048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different code based on different conditions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253877"/>
            <a:ext cx="4279850" cy="1647379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4600" y="1399877"/>
            <a:ext cx="4067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600" y="1685627"/>
            <a:ext cx="3987850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0800" y="1774478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(condition) {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0800" y="1901428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if true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0800" y="2028379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74600" y="2307729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code if condition is true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5401" y="1253877"/>
            <a:ext cx="4279999" cy="1647379"/>
          </a:xfrm>
          <a:prstGeom prst="roundRect">
            <a:avLst>
              <a:gd name="adj" fmla="val 4626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1401" y="1399877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if...else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1401" y="1685627"/>
            <a:ext cx="3987998" cy="799802"/>
          </a:xfrm>
          <a:prstGeom prst="roundRect">
            <a:avLst>
              <a:gd name="adj" fmla="val 63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57601" y="1774478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(condition) {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57601" y="1901428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57601" y="2028379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57601" y="2155329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57601" y="2282279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1401" y="2561630"/>
            <a:ext cx="4067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code for true/false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3028206"/>
            <a:ext cx="4279850" cy="1393478"/>
          </a:xfrm>
          <a:prstGeom prst="roundRect">
            <a:avLst>
              <a:gd name="adj" fmla="val 5468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4600" y="3174206"/>
            <a:ext cx="4067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if...elseif...else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600" y="3459956"/>
            <a:ext cx="3987850" cy="545902"/>
          </a:xfrm>
          <a:prstGeom prst="roundRect">
            <a:avLst>
              <a:gd name="adj" fmla="val 93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0800" y="3548807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(c1) { 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0800" y="3675757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(c2) { 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0800" y="3802707"/>
            <a:ext cx="39121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}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4600" y="4082058"/>
            <a:ext cx="4067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1415355"/>
          </a:xfrm>
          <a:prstGeom prst="roundRect">
            <a:avLst>
              <a:gd name="adj" fmla="val 5384"/>
            </a:avLst>
          </a:prstGeom>
          <a:solidFill>
            <a:srgbClr val="E0F2FE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600" y="898475"/>
            <a:ext cx="85626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600" y="1209526"/>
            <a:ext cx="8394799" cy="812304"/>
          </a:xfrm>
          <a:prstGeom prst="roundRect">
            <a:avLst>
              <a:gd name="adj" fmla="val 62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551" y="1361777"/>
            <a:ext cx="8303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(condition)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1551" y="1539478"/>
            <a:ext cx="8303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to execute if condition is true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1551" y="1717179"/>
            <a:ext cx="8303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320230"/>
            <a:ext cx="4267200" cy="1932682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075" y="2456706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1: Simple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075" y="2729657"/>
            <a:ext cx="3994249" cy="812304"/>
          </a:xfrm>
          <a:prstGeom prst="roundRect">
            <a:avLst>
              <a:gd name="adj" fmla="val 62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026" y="2881908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(5 &gt; 3)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026" y="3059609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1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 is greater than 3"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2026" y="3237309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075" y="3643461"/>
            <a:ext cx="3994249" cy="295275"/>
          </a:xfrm>
          <a:prstGeom prst="roundRect">
            <a:avLst>
              <a:gd name="adj" fmla="val 1720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1275" y="3719661"/>
            <a:ext cx="3918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5 is greater than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8200" y="2320230"/>
            <a:ext cx="4267200" cy="1932682"/>
          </a:xfrm>
          <a:prstGeom prst="roundRect">
            <a:avLst>
              <a:gd name="adj" fmla="val 394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4675" y="2456706"/>
            <a:ext cx="4074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2: With Variable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4675" y="2729657"/>
            <a:ext cx="3994249" cy="990005"/>
          </a:xfrm>
          <a:prstGeom prst="roundRect">
            <a:avLst>
              <a:gd name="adj" fmla="val 51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1626" y="2881908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$hour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14;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1626" y="3059609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$hour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18) {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1626" y="3237309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1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day!"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1626" y="3415010"/>
            <a:ext cx="3815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4675" y="3821162"/>
            <a:ext cx="3994249" cy="295275"/>
          </a:xfrm>
          <a:prstGeom prst="roundRect">
            <a:avLst>
              <a:gd name="adj" fmla="val 1720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0875" y="3897362"/>
            <a:ext cx="3918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Good day!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if...else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774502"/>
          </a:xfrm>
          <a:prstGeom prst="roundRect">
            <a:avLst>
              <a:gd name="adj" fmla="val 983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1679377"/>
            <a:ext cx="8686800" cy="1288256"/>
          </a:xfrm>
          <a:prstGeom prst="roundRect">
            <a:avLst>
              <a:gd name="adj" fmla="val 59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831628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$time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date(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5550" y="1999804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$time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550" y="2167979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day!"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550" y="2336155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550" y="2504331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evening!"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5550" y="2672507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094583"/>
            <a:ext cx="8686800" cy="35540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7650" y="3094583"/>
            <a:ext cx="0" cy="35540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8201" y="3196084"/>
            <a:ext cx="86146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current hour &lt; 20, outputs "Good day!", otherwise "Good evening!"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if...elseif...else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3554760"/>
          </a:xfrm>
          <a:prstGeom prst="roundRect">
            <a:avLst>
              <a:gd name="adj" fmla="val 214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075" y="888950"/>
            <a:ext cx="8582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Conditions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075" y="1200001"/>
            <a:ext cx="8413849" cy="1624608"/>
          </a:xfrm>
          <a:prstGeom prst="roundRect">
            <a:avLst>
              <a:gd name="adj" fmla="val 31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026" y="1352252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$time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14;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Current hour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2026" y="1520428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$time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12)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2026" y="1688604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morning!"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2026" y="1856780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$time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18)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2026" y="2024955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afternoon!"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2026" y="2193131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2026" y="2361307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r>
              <a:rPr lang="en-US" sz="10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evening!"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2026" y="2529483"/>
            <a:ext cx="83231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Used in Conditions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2810917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737" y="863501"/>
            <a:ext cx="26406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3737" y="1171426"/>
            <a:ext cx="2640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9626" y="1365052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503" y="1415802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== $b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166467" y="752475"/>
            <a:ext cx="2810917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51604" y="863501"/>
            <a:ext cx="26406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51604" y="1171426"/>
            <a:ext cx="2640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77493" y="1365052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03370" y="1415802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!= $b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04334" y="752475"/>
            <a:ext cx="2811066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470" y="863501"/>
            <a:ext cx="26407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89470" y="1171426"/>
            <a:ext cx="2640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5360" y="1365052"/>
            <a:ext cx="2589014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1235" y="1415802"/>
            <a:ext cx="2537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&gt; $b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" y="1818829"/>
            <a:ext cx="2810917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3737" y="1929854"/>
            <a:ext cx="26406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3737" y="2237780"/>
            <a:ext cx="2640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9626" y="2431405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5503" y="2482155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&lt; $b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66467" y="1818829"/>
            <a:ext cx="2810917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51604" y="1929854"/>
            <a:ext cx="264064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51604" y="2237780"/>
            <a:ext cx="2640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or equal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77493" y="2431405"/>
            <a:ext cx="2588865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03370" y="2482155"/>
            <a:ext cx="2537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&gt;= $b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4334" y="1818829"/>
            <a:ext cx="2811066" cy="939403"/>
          </a:xfrm>
          <a:prstGeom prst="roundRect">
            <a:avLst>
              <a:gd name="adj" fmla="val 81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89470" y="1929854"/>
            <a:ext cx="26407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89470" y="2237780"/>
            <a:ext cx="26407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or equal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5360" y="2431405"/>
            <a:ext cx="2589014" cy="215801"/>
          </a:xfrm>
          <a:prstGeom prst="roundRect">
            <a:avLst>
              <a:gd name="adj" fmla="val 176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41235" y="2482155"/>
            <a:ext cx="2537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 &lt;= $b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8600" y="2885182"/>
            <a:ext cx="8686800" cy="1352252"/>
          </a:xfrm>
          <a:prstGeom prst="roundRect">
            <a:avLst>
              <a:gd name="adj" fmla="val 5635"/>
            </a:avLst>
          </a:prstGeom>
          <a:solidFill>
            <a:srgbClr val="E0F2FE"/>
          </a:solidFill>
          <a:ln w="19050">
            <a:solidFill>
              <a:srgbClr val="14B8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4600" y="3031182"/>
            <a:ext cx="85626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030977" y="3456533"/>
            <a:ext cx="2462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30977" y="3843784"/>
            <a:ext cx="246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63156" y="3456533"/>
            <a:ext cx="2176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63156" y="3843784"/>
            <a:ext cx="217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6796" y="3456533"/>
            <a:ext cx="2462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66796" y="3843784"/>
            <a:ext cx="246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39" y="253901"/>
            <a:ext cx="880892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Tips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3901" y="974527"/>
            <a:ext cx="4241899" cy="1326356"/>
          </a:xfrm>
          <a:prstGeom prst="roundRect">
            <a:avLst>
              <a:gd name="adj" fmla="val 5745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851" y="1101477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Do's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0851" y="1412528"/>
            <a:ext cx="3987998" cy="7614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proper indentation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conditions simple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=== for strict comparison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switch for many conditions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8200" y="974527"/>
            <a:ext cx="4241899" cy="1326356"/>
          </a:xfrm>
          <a:prstGeom prst="roundRect">
            <a:avLst>
              <a:gd name="adj" fmla="val 5745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75150" y="1101477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5150" y="1412528"/>
            <a:ext cx="3987998" cy="7614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deeply nested if statements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assignments in conditions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complex ternary operators</a:t>
            </a:r>
            <a:endParaRPr lang="en-US" sz="1000" dirty="0"/>
          </a:p>
          <a:p>
            <a:pPr marL="114300" indent="-1143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 curly braces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01" y="2491383"/>
            <a:ext cx="8636198" cy="1581001"/>
          </a:xfrm>
          <a:prstGeom prst="roundRect">
            <a:avLst>
              <a:gd name="adj" fmla="val 4820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301" y="2643783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301" y="2954834"/>
            <a:ext cx="2692450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100" y="303103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100" y="316438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condition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5701" y="2954834"/>
            <a:ext cx="2692450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6500" y="303103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if...else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76500" y="316438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45101" y="2954834"/>
            <a:ext cx="2692598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5899" y="3031034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elseif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5899" y="3164384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conditions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6301" y="3500884"/>
            <a:ext cx="2692450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100" y="357708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100" y="371043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if/else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5701" y="3500884"/>
            <a:ext cx="2692450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76500" y="357708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76500" y="3710434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syntax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45101" y="3500884"/>
            <a:ext cx="2692598" cy="41910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95899" y="3577084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&amp;&amp;, ||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5899" y="3710434"/>
            <a:ext cx="2591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conditions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If...Else Statements</dc:title>
  <dc:subject>PptxGenJS Presentation</dc:subject>
  <dc:creator>PptxGenJS</dc:creator>
  <cp:lastModifiedBy>Rahaf Ali</cp:lastModifiedBy>
  <cp:revision>2</cp:revision>
  <dcterms:created xsi:type="dcterms:W3CDTF">2025-09-27T20:44:08Z</dcterms:created>
  <dcterms:modified xsi:type="dcterms:W3CDTF">2025-10-18T04:33:06Z</dcterms:modified>
</cp:coreProperties>
</file>