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Dosis Light"/>
      <p:regular r:id="rId16"/>
      <p:bold r:id="rId17"/>
    </p:embeddedFont>
    <p:embeddedFont>
      <p:font typeface="Dosis"/>
      <p:regular r:id="rId18"/>
      <p:bold r:id="rId19"/>
    </p:embeddedFont>
    <p:embeddedFont>
      <p:font typeface="Titillium Web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itilliumWebLight-regular.fntdata"/><Relationship Id="rId11" Type="http://schemas.openxmlformats.org/officeDocument/2006/relationships/slide" Target="slides/slide6.xml"/><Relationship Id="rId22" Type="http://schemas.openxmlformats.org/officeDocument/2006/relationships/font" Target="fonts/TitilliumWebLight-italic.fntdata"/><Relationship Id="rId10" Type="http://schemas.openxmlformats.org/officeDocument/2006/relationships/slide" Target="slides/slide5.xml"/><Relationship Id="rId21" Type="http://schemas.openxmlformats.org/officeDocument/2006/relationships/font" Target="fonts/TitilliumWeb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TitilliumWeb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osisLight-bold.fntdata"/><Relationship Id="rId16" Type="http://schemas.openxmlformats.org/officeDocument/2006/relationships/font" Target="fonts/Dosis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osis-bold.fntdata"/><Relationship Id="rId6" Type="http://schemas.openxmlformats.org/officeDocument/2006/relationships/slide" Target="slides/slide1.xml"/><Relationship Id="rId18" Type="http://schemas.openxmlformats.org/officeDocument/2006/relationships/font" Target="fonts/Dosi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6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8" name="Google Shape;38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1" name="Shape 3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2" name="Google Shape;3842;g78318aad96_0_3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3" name="Google Shape;3843;g78318aad96_0_3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78318aad96_0_3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9" name="Google Shape;3849;g78318aad96_0_3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78318aad96_0_3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78318aad96_0_3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7" name="Shape 3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8" name="Google Shape;3868;g78318aad96_0_3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9" name="Google Shape;3869;g78318aad96_0_3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8" name="Shape 3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" name="Google Shape;3899;g78318aad96_0_3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0" name="Google Shape;3900;g78318aad96_0_3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4" name="Shape 3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5" name="Google Shape;3935;g78318aad96_0_3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6" name="Google Shape;3936;g78318aad96_0_3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g78318aad96_0_3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2" name="Google Shape;3942;g78318aad96_0_3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6" name="Shape 3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7" name="Google Shape;3947;g78318aad96_0_3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8" name="Google Shape;3948;g78318aad96_0_3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2" name="Shape 3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g78318aad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4" name="Google Shape;3954;g78318aad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/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8" name="Google Shape;528;p3"/>
          <p:cNvSpPr txBox="1"/>
          <p:nvPr>
            <p:ph idx="1" type="subTitle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accent3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/>
          <p:nvPr>
            <p:ph idx="1" type="body"/>
          </p:nvPr>
        </p:nvSpPr>
        <p:spPr>
          <a:xfrm>
            <a:off x="1278575" y="739550"/>
            <a:ext cx="4281000" cy="3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▪"/>
              <a:defRPr i="1" sz="3000">
                <a:solidFill>
                  <a:schemeClr val="lt1"/>
                </a:solidFill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i="1" sz="3000">
                <a:solidFill>
                  <a:schemeClr val="lt1"/>
                </a:solidFill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i="1" sz="3000">
                <a:solidFill>
                  <a:schemeClr val="lt1"/>
                </a:solidFill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i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6" name="Google Shape;1046;p4"/>
          <p:cNvSpPr txBox="1"/>
          <p:nvPr/>
        </p:nvSpPr>
        <p:spPr>
          <a:xfrm>
            <a:off x="659925" y="414075"/>
            <a:ext cx="7524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sz="120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47" name="Google Shape;1047;p4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48" name="Google Shape;1048;p4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049" name="Google Shape;1049;p4"/>
            <p:cNvSpPr/>
            <p:nvPr/>
          </p:nvSpPr>
          <p:spPr>
            <a:xfrm>
              <a:off x="8362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8362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9867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"/>
            <p:cNvSpPr/>
            <p:nvPr/>
          </p:nvSpPr>
          <p:spPr>
            <a:xfrm>
              <a:off x="11372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4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1130" name="Google Shape;1130;p4"/>
            <p:cNvSpPr/>
            <p:nvPr/>
          </p:nvSpPr>
          <p:spPr>
            <a:xfrm>
              <a:off x="9867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9867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1372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2877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4382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5887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7392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18897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0402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1907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3413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2642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"/>
            <p:cNvSpPr/>
            <p:nvPr/>
          </p:nvSpPr>
          <p:spPr>
            <a:xfrm>
              <a:off x="32443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9" name="Google Shape;1249;p4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1250" name="Google Shape;1250;p4"/>
            <p:cNvSpPr/>
            <p:nvPr/>
          </p:nvSpPr>
          <p:spPr>
            <a:xfrm>
              <a:off x="15887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5887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7392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188975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0402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190775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3413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4918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642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792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294332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093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2443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394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"/>
            <p:cNvSpPr/>
            <p:nvPr/>
          </p:nvSpPr>
          <p:spPr>
            <a:xfrm>
              <a:off x="3545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9" name="Google Shape;1459;p4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1460" name="Google Shape;1460;p4"/>
            <p:cNvSpPr/>
            <p:nvPr/>
          </p:nvSpPr>
          <p:spPr>
            <a:xfrm>
              <a:off x="12877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2877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4382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5887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7392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188975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0402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190775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3413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4918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642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792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294332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093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394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"/>
            <p:cNvSpPr/>
            <p:nvPr/>
          </p:nvSpPr>
          <p:spPr>
            <a:xfrm>
              <a:off x="3545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65" name="Google Shape;1565;p5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0" name="Google Shape;1840;p5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6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43" name="Google Shape;1843;p6"/>
          <p:cNvSpPr txBox="1"/>
          <p:nvPr>
            <p:ph idx="1" type="body"/>
          </p:nvPr>
        </p:nvSpPr>
        <p:spPr>
          <a:xfrm>
            <a:off x="718300" y="1762650"/>
            <a:ext cx="3242400" cy="30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844" name="Google Shape;1844;p6"/>
          <p:cNvSpPr txBox="1"/>
          <p:nvPr>
            <p:ph idx="2" type="body"/>
          </p:nvPr>
        </p:nvSpPr>
        <p:spPr>
          <a:xfrm>
            <a:off x="4156071" y="1762650"/>
            <a:ext cx="3242400" cy="30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845" name="Google Shape;1845;p6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46" name="Google Shape;1846;p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847" name="Google Shape;1847;p6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4" name="Google Shape;1904;p6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905" name="Google Shape;1905;p6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7" name="Google Shape;1967;p6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968" name="Google Shape;1968;p6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6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6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6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6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9" name="Google Shape;2069;p6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070" name="Google Shape;2070;p6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7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22" name="Google Shape;2122;p7"/>
          <p:cNvSpPr txBox="1"/>
          <p:nvPr>
            <p:ph idx="1" type="body"/>
          </p:nvPr>
        </p:nvSpPr>
        <p:spPr>
          <a:xfrm>
            <a:off x="718300" y="1755475"/>
            <a:ext cx="21792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123" name="Google Shape;2123;p7"/>
          <p:cNvSpPr txBox="1"/>
          <p:nvPr>
            <p:ph idx="2" type="body"/>
          </p:nvPr>
        </p:nvSpPr>
        <p:spPr>
          <a:xfrm>
            <a:off x="3009263" y="1755475"/>
            <a:ext cx="21792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124" name="Google Shape;2124;p7"/>
          <p:cNvSpPr txBox="1"/>
          <p:nvPr>
            <p:ph idx="3" type="body"/>
          </p:nvPr>
        </p:nvSpPr>
        <p:spPr>
          <a:xfrm>
            <a:off x="5300226" y="1755475"/>
            <a:ext cx="21792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125" name="Google Shape;2125;p7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26" name="Google Shape;2126;p7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127" name="Google Shape;2127;p7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7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7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7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7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7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7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7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7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7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7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7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7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7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7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7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7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7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7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7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7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7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7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7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7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7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7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7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7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7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7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7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7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7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7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7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7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7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7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7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7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7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7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7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7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7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7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7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7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7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7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7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7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7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7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7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7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4" name="Google Shape;2184;p7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185" name="Google Shape;2185;p7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7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7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7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7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7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7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7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7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7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7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7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7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7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7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7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7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7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7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7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7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7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7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7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7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7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7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7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7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7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7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7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7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7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7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7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7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7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7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7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7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7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7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7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7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7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7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7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7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7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7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7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7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7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7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7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7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7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7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7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7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7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7" name="Google Shape;2247;p7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248" name="Google Shape;2248;p7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7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7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7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7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7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7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7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7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7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7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7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7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7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7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7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7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7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7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7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7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7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7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7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7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7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7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7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7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7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7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7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7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7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7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7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7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7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7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7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7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7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7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7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7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7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7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7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7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7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7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7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7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7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7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7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7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7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7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7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7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7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7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7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7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7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7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7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7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7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7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7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7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7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7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7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7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7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7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7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7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7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7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7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7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7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7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7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7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7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7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7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7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7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7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7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7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7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7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7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7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9" name="Google Shape;2349;p7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350" name="Google Shape;2350;p7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7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7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7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7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7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7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7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7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7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7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7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7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7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7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7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7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7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7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7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7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7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7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7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7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7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7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7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7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7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7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7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7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7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7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7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7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7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7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7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7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7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7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7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7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7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7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7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7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7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8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02" name="Google Shape;2402;p8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03" name="Google Shape;2403;p8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404" name="Google Shape;2404;p8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8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8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8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8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8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8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8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8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8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8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8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8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8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8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8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8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8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8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8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8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8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8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8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8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8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8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8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8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8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8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8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8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8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8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8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8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8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8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8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8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8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8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8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8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8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8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8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8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8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8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8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8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8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8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8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8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1" name="Google Shape;2461;p8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462" name="Google Shape;2462;p8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8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8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8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8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8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8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8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8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8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8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8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8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8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8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8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8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8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8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8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8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8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8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8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8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8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8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8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8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8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8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8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8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8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8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8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8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8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8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8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8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8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8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8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8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8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8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8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8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8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8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8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8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8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8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8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8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8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8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8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8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8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4" name="Google Shape;2524;p8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525" name="Google Shape;2525;p8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8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8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8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8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8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8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8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8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8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8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8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8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8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8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8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8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8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8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8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8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8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8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8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8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8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8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8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8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8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8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8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8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8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8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8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8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8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8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8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8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8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8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8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8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8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8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8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8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8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8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8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8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8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8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8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8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8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8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8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8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8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8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8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8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8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8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8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8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8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8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8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8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8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8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8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8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8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8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8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8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8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8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8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8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8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8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8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8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8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8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8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8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8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8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8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8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8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8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8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8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6" name="Google Shape;2626;p8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627" name="Google Shape;2627;p8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8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8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8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8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8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8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8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8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8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8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8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8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8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8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8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8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8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8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8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8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8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8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8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8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8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8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8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8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8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8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8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8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8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8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8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8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8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8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8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8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8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8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8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8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8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8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8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8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8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9"/>
          <p:cNvSpPr txBox="1"/>
          <p:nvPr>
            <p:ph idx="1" type="body"/>
          </p:nvPr>
        </p:nvSpPr>
        <p:spPr>
          <a:xfrm>
            <a:off x="624925" y="4177700"/>
            <a:ext cx="67593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679" name="Google Shape;2679;p9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80" name="Google Shape;2680;p9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681" name="Google Shape;2681;p9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9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9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9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9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9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9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9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9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9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9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9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9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9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9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9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9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9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9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9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9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9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9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9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9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9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9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9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9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9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9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9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9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9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9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9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9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9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9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9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9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9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9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9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9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9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9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9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9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9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9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9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9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9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9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9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9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8" name="Google Shape;2738;p9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739" name="Google Shape;2739;p9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9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9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9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9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9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9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9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9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9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9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9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9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9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9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9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9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9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9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9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9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9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9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9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9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9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9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9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9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9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9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9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9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9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9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9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9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9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9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9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9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9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9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9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9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9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9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9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9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9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9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9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9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9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9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9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9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9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9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9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9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9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1" name="Google Shape;2801;p9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802" name="Google Shape;2802;p9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9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9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9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9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9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9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9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9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9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9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9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9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9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9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9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9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9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9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9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9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9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9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9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9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9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9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9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9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9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9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9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9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9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9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9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9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9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9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9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9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9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9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9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9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9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9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9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9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9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9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9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9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9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9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9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9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9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9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9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9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9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9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9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9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9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9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9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9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9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9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9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9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9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9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9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9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9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9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9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9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9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9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9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9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9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9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9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9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9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9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9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9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9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9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9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9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9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9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9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9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3" name="Google Shape;2903;p9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904" name="Google Shape;2904;p9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9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9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9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9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9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9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9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9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9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9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9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9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9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9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9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9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9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9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9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9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9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9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9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9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9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9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9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9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9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9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9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9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9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9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9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9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9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9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9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9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9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9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9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9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9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9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9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9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9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10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56" name="Google Shape;2956;p10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957" name="Google Shape;2957;p10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10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10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10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10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10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10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10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10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10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10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10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10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10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10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10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10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10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10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10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10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10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10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10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10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10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10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10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10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10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10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10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10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10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10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10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10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10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10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10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10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10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10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10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10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10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10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10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10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10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10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10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10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10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10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10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10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4" name="Google Shape;3014;p10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015" name="Google Shape;3015;p10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10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10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10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10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10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10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10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10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10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10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10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10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10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10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10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10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10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10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10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10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10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10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10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10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10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10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10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10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10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10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10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10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10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10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10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10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10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10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10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10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10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10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10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10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10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10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10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10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10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10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10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10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10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10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10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10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10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10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10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10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10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7" name="Google Shape;3077;p10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078" name="Google Shape;3078;p10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10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10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10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10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10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10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10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10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10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10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10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10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10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10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10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10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10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10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10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10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10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10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10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10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10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10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10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10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10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10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10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10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10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10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10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10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10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10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10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10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10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10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10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10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10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10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10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10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10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10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10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10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10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10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10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10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10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10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10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10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10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10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10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10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10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10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10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10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10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10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10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10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10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10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10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10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10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10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10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10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10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10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10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10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10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10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10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10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10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10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10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10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10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10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10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10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10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10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10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10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9" name="Google Shape;3179;p10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180" name="Google Shape;3180;p10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10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10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10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10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10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10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10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10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10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10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10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10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10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10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10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10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10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10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10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10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10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10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10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10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10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10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10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10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10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10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10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10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10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10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10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10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10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10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10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10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10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10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10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10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10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10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10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10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10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accent5"/>
        </a:solidFill>
      </p:bgPr>
    </p:bg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1" name="Google Shape;3231;p11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3232" name="Google Shape;3232;p11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11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11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11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11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11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11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11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11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11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11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11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11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11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11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11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11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11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11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11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11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11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11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11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11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11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11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11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11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11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11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11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11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11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11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11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11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11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11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11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11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11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11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11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11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11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11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11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11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11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11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11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11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11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11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11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11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9" name="Google Shape;3289;p11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290" name="Google Shape;3290;p11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11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11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11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11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11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11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11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11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11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11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11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11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11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11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11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11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11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11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11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11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11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11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11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11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11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11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11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11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11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11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11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11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11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11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11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11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11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11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11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11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11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11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11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11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11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11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11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11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11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11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11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11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11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11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11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11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11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11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11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11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11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2" name="Google Shape;3352;p11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353" name="Google Shape;3353;p11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11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11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11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11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11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11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11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11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11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11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11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11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11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11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11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11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11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11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11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11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11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11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11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11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11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11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11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11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11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11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11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11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11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11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11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11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11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11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11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11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11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11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11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11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11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11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11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11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11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11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11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11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11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11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11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11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11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11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11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11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11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11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11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11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11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11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11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11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11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11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11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11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11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11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11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11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11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11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11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11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11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11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11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11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11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11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11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11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11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11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11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11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11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11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11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11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11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11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11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11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4" name="Google Shape;3454;p11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455" name="Google Shape;3455;p11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11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11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11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11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11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11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11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11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11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11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11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11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11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11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11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11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11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11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11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11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11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11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11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11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11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11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11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11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11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11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11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11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11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11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11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11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11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11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11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11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11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11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11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11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11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11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11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11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11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5" name="Google Shape;3505;p11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">
    <p:bg>
      <p:bgPr>
        <a:solidFill>
          <a:schemeClr val="accent6"/>
        </a:solidFill>
      </p:bgPr>
    </p:bg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7" name="Google Shape;3507;p12"/>
          <p:cNvGrpSpPr/>
          <p:nvPr/>
        </p:nvGrpSpPr>
        <p:grpSpPr>
          <a:xfrm>
            <a:off x="7828607" y="28698"/>
            <a:ext cx="1286904" cy="5086302"/>
            <a:chOff x="6367294" y="28698"/>
            <a:chExt cx="1286904" cy="5086302"/>
          </a:xfrm>
        </p:grpSpPr>
        <p:sp>
          <p:nvSpPr>
            <p:cNvPr id="3508" name="Google Shape;3508;p12"/>
            <p:cNvSpPr/>
            <p:nvPr/>
          </p:nvSpPr>
          <p:spPr>
            <a:xfrm rot="10800000">
              <a:off x="7536331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12"/>
            <p:cNvSpPr/>
            <p:nvPr/>
          </p:nvSpPr>
          <p:spPr>
            <a:xfrm rot="10800000">
              <a:off x="7244066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12"/>
            <p:cNvSpPr/>
            <p:nvPr/>
          </p:nvSpPr>
          <p:spPr>
            <a:xfrm rot="10800000">
              <a:off x="7244066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12"/>
            <p:cNvSpPr/>
            <p:nvPr/>
          </p:nvSpPr>
          <p:spPr>
            <a:xfrm rot="10800000">
              <a:off x="6659535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12"/>
            <p:cNvSpPr/>
            <p:nvPr/>
          </p:nvSpPr>
          <p:spPr>
            <a:xfrm rot="10800000">
              <a:off x="7536331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12"/>
            <p:cNvSpPr/>
            <p:nvPr/>
          </p:nvSpPr>
          <p:spPr>
            <a:xfrm rot="10800000">
              <a:off x="7536331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12"/>
            <p:cNvSpPr/>
            <p:nvPr/>
          </p:nvSpPr>
          <p:spPr>
            <a:xfrm rot="10800000">
              <a:off x="7536331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12"/>
            <p:cNvSpPr/>
            <p:nvPr/>
          </p:nvSpPr>
          <p:spPr>
            <a:xfrm rot="10800000">
              <a:off x="7536331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12"/>
            <p:cNvSpPr/>
            <p:nvPr/>
          </p:nvSpPr>
          <p:spPr>
            <a:xfrm rot="10800000">
              <a:off x="7536331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12"/>
            <p:cNvSpPr/>
            <p:nvPr/>
          </p:nvSpPr>
          <p:spPr>
            <a:xfrm rot="10800000">
              <a:off x="7536331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12"/>
            <p:cNvSpPr/>
            <p:nvPr/>
          </p:nvSpPr>
          <p:spPr>
            <a:xfrm rot="10800000">
              <a:off x="7536331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12"/>
            <p:cNvSpPr/>
            <p:nvPr/>
          </p:nvSpPr>
          <p:spPr>
            <a:xfrm rot="10800000">
              <a:off x="7536331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12"/>
            <p:cNvSpPr/>
            <p:nvPr/>
          </p:nvSpPr>
          <p:spPr>
            <a:xfrm rot="10800000">
              <a:off x="7536331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12"/>
            <p:cNvSpPr/>
            <p:nvPr/>
          </p:nvSpPr>
          <p:spPr>
            <a:xfrm rot="10800000">
              <a:off x="7536331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12"/>
            <p:cNvSpPr/>
            <p:nvPr/>
          </p:nvSpPr>
          <p:spPr>
            <a:xfrm rot="10800000">
              <a:off x="7536331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12"/>
            <p:cNvSpPr/>
            <p:nvPr/>
          </p:nvSpPr>
          <p:spPr>
            <a:xfrm rot="10800000">
              <a:off x="7536331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12"/>
            <p:cNvSpPr/>
            <p:nvPr/>
          </p:nvSpPr>
          <p:spPr>
            <a:xfrm rot="10800000">
              <a:off x="7536331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12"/>
            <p:cNvSpPr/>
            <p:nvPr/>
          </p:nvSpPr>
          <p:spPr>
            <a:xfrm rot="10800000">
              <a:off x="7536331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12"/>
            <p:cNvSpPr/>
            <p:nvPr/>
          </p:nvSpPr>
          <p:spPr>
            <a:xfrm rot="10800000">
              <a:off x="7536331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12"/>
            <p:cNvSpPr/>
            <p:nvPr/>
          </p:nvSpPr>
          <p:spPr>
            <a:xfrm rot="10800000">
              <a:off x="7536331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12"/>
            <p:cNvSpPr/>
            <p:nvPr/>
          </p:nvSpPr>
          <p:spPr>
            <a:xfrm rot="10800000">
              <a:off x="7536331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12"/>
            <p:cNvSpPr/>
            <p:nvPr/>
          </p:nvSpPr>
          <p:spPr>
            <a:xfrm rot="10800000">
              <a:off x="7536331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12"/>
            <p:cNvSpPr/>
            <p:nvPr/>
          </p:nvSpPr>
          <p:spPr>
            <a:xfrm rot="10800000">
              <a:off x="7536331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12"/>
            <p:cNvSpPr/>
            <p:nvPr/>
          </p:nvSpPr>
          <p:spPr>
            <a:xfrm rot="10800000">
              <a:off x="7536331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12"/>
            <p:cNvSpPr/>
            <p:nvPr/>
          </p:nvSpPr>
          <p:spPr>
            <a:xfrm rot="10800000">
              <a:off x="7536331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12"/>
            <p:cNvSpPr/>
            <p:nvPr/>
          </p:nvSpPr>
          <p:spPr>
            <a:xfrm rot="10800000">
              <a:off x="7536331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12"/>
            <p:cNvSpPr/>
            <p:nvPr/>
          </p:nvSpPr>
          <p:spPr>
            <a:xfrm rot="10800000">
              <a:off x="7536331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12"/>
            <p:cNvSpPr/>
            <p:nvPr/>
          </p:nvSpPr>
          <p:spPr>
            <a:xfrm rot="10800000">
              <a:off x="7536331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12"/>
            <p:cNvSpPr/>
            <p:nvPr/>
          </p:nvSpPr>
          <p:spPr>
            <a:xfrm rot="10800000">
              <a:off x="7536331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12"/>
            <p:cNvSpPr/>
            <p:nvPr/>
          </p:nvSpPr>
          <p:spPr>
            <a:xfrm rot="10800000">
              <a:off x="7536331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12"/>
            <p:cNvSpPr/>
            <p:nvPr/>
          </p:nvSpPr>
          <p:spPr>
            <a:xfrm rot="10800000">
              <a:off x="7390210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12"/>
            <p:cNvSpPr/>
            <p:nvPr/>
          </p:nvSpPr>
          <p:spPr>
            <a:xfrm rot="10800000">
              <a:off x="739021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12"/>
            <p:cNvSpPr/>
            <p:nvPr/>
          </p:nvSpPr>
          <p:spPr>
            <a:xfrm rot="10800000">
              <a:off x="7390210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12"/>
            <p:cNvSpPr/>
            <p:nvPr/>
          </p:nvSpPr>
          <p:spPr>
            <a:xfrm rot="10800000">
              <a:off x="7390210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12"/>
            <p:cNvSpPr/>
            <p:nvPr/>
          </p:nvSpPr>
          <p:spPr>
            <a:xfrm rot="10800000">
              <a:off x="739021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12"/>
            <p:cNvSpPr/>
            <p:nvPr/>
          </p:nvSpPr>
          <p:spPr>
            <a:xfrm rot="10800000">
              <a:off x="7390210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12"/>
            <p:cNvSpPr/>
            <p:nvPr/>
          </p:nvSpPr>
          <p:spPr>
            <a:xfrm rot="10800000">
              <a:off x="739021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12"/>
            <p:cNvSpPr/>
            <p:nvPr/>
          </p:nvSpPr>
          <p:spPr>
            <a:xfrm rot="10800000">
              <a:off x="7390210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12"/>
            <p:cNvSpPr/>
            <p:nvPr/>
          </p:nvSpPr>
          <p:spPr>
            <a:xfrm rot="10800000">
              <a:off x="7390210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12"/>
            <p:cNvSpPr/>
            <p:nvPr/>
          </p:nvSpPr>
          <p:spPr>
            <a:xfrm rot="10800000">
              <a:off x="739021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12"/>
            <p:cNvSpPr/>
            <p:nvPr/>
          </p:nvSpPr>
          <p:spPr>
            <a:xfrm rot="10800000">
              <a:off x="7390210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12"/>
            <p:cNvSpPr/>
            <p:nvPr/>
          </p:nvSpPr>
          <p:spPr>
            <a:xfrm rot="10800000">
              <a:off x="7390210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12"/>
            <p:cNvSpPr/>
            <p:nvPr/>
          </p:nvSpPr>
          <p:spPr>
            <a:xfrm rot="10800000">
              <a:off x="7390210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12"/>
            <p:cNvSpPr/>
            <p:nvPr/>
          </p:nvSpPr>
          <p:spPr>
            <a:xfrm rot="10800000">
              <a:off x="7390210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12"/>
            <p:cNvSpPr/>
            <p:nvPr/>
          </p:nvSpPr>
          <p:spPr>
            <a:xfrm rot="10800000">
              <a:off x="739021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12"/>
            <p:cNvSpPr/>
            <p:nvPr/>
          </p:nvSpPr>
          <p:spPr>
            <a:xfrm rot="10800000">
              <a:off x="7390210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12"/>
            <p:cNvSpPr/>
            <p:nvPr/>
          </p:nvSpPr>
          <p:spPr>
            <a:xfrm rot="10800000">
              <a:off x="7390210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12"/>
            <p:cNvSpPr/>
            <p:nvPr/>
          </p:nvSpPr>
          <p:spPr>
            <a:xfrm rot="10800000">
              <a:off x="7390210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12"/>
            <p:cNvSpPr/>
            <p:nvPr/>
          </p:nvSpPr>
          <p:spPr>
            <a:xfrm rot="10800000">
              <a:off x="7390210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12"/>
            <p:cNvSpPr/>
            <p:nvPr/>
          </p:nvSpPr>
          <p:spPr>
            <a:xfrm rot="10800000">
              <a:off x="7390210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12"/>
            <p:cNvSpPr/>
            <p:nvPr/>
          </p:nvSpPr>
          <p:spPr>
            <a:xfrm rot="10800000">
              <a:off x="739021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12"/>
            <p:cNvSpPr/>
            <p:nvPr/>
          </p:nvSpPr>
          <p:spPr>
            <a:xfrm rot="10800000">
              <a:off x="7390210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12"/>
            <p:cNvSpPr/>
            <p:nvPr/>
          </p:nvSpPr>
          <p:spPr>
            <a:xfrm rot="10800000">
              <a:off x="7390210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12"/>
            <p:cNvSpPr/>
            <p:nvPr/>
          </p:nvSpPr>
          <p:spPr>
            <a:xfrm rot="10800000">
              <a:off x="739021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12"/>
            <p:cNvSpPr/>
            <p:nvPr/>
          </p:nvSpPr>
          <p:spPr>
            <a:xfrm rot="10800000">
              <a:off x="739021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12"/>
            <p:cNvSpPr/>
            <p:nvPr/>
          </p:nvSpPr>
          <p:spPr>
            <a:xfrm rot="10800000">
              <a:off x="7244066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12"/>
            <p:cNvSpPr/>
            <p:nvPr/>
          </p:nvSpPr>
          <p:spPr>
            <a:xfrm rot="10800000">
              <a:off x="7244066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12"/>
            <p:cNvSpPr/>
            <p:nvPr/>
          </p:nvSpPr>
          <p:spPr>
            <a:xfrm rot="10800000">
              <a:off x="7244066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12"/>
            <p:cNvSpPr/>
            <p:nvPr/>
          </p:nvSpPr>
          <p:spPr>
            <a:xfrm rot="10800000">
              <a:off x="7244066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12"/>
            <p:cNvSpPr/>
            <p:nvPr/>
          </p:nvSpPr>
          <p:spPr>
            <a:xfrm rot="10800000">
              <a:off x="7244066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12"/>
            <p:cNvSpPr/>
            <p:nvPr/>
          </p:nvSpPr>
          <p:spPr>
            <a:xfrm rot="10800000">
              <a:off x="7244066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12"/>
            <p:cNvSpPr/>
            <p:nvPr/>
          </p:nvSpPr>
          <p:spPr>
            <a:xfrm rot="10800000">
              <a:off x="7244066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12"/>
            <p:cNvSpPr/>
            <p:nvPr/>
          </p:nvSpPr>
          <p:spPr>
            <a:xfrm rot="10800000">
              <a:off x="7244066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12"/>
            <p:cNvSpPr/>
            <p:nvPr/>
          </p:nvSpPr>
          <p:spPr>
            <a:xfrm rot="10800000">
              <a:off x="7244066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12"/>
            <p:cNvSpPr/>
            <p:nvPr/>
          </p:nvSpPr>
          <p:spPr>
            <a:xfrm rot="10800000">
              <a:off x="7244066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12"/>
            <p:cNvSpPr/>
            <p:nvPr/>
          </p:nvSpPr>
          <p:spPr>
            <a:xfrm rot="10800000">
              <a:off x="7244066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12"/>
            <p:cNvSpPr/>
            <p:nvPr/>
          </p:nvSpPr>
          <p:spPr>
            <a:xfrm rot="10800000">
              <a:off x="7244066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12"/>
            <p:cNvSpPr/>
            <p:nvPr/>
          </p:nvSpPr>
          <p:spPr>
            <a:xfrm rot="10800000">
              <a:off x="7244066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12"/>
            <p:cNvSpPr/>
            <p:nvPr/>
          </p:nvSpPr>
          <p:spPr>
            <a:xfrm rot="10800000">
              <a:off x="7244066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12"/>
            <p:cNvSpPr/>
            <p:nvPr/>
          </p:nvSpPr>
          <p:spPr>
            <a:xfrm rot="10800000">
              <a:off x="7244066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12"/>
            <p:cNvSpPr/>
            <p:nvPr/>
          </p:nvSpPr>
          <p:spPr>
            <a:xfrm rot="10800000">
              <a:off x="7244066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12"/>
            <p:cNvSpPr/>
            <p:nvPr/>
          </p:nvSpPr>
          <p:spPr>
            <a:xfrm rot="10800000">
              <a:off x="7244066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12"/>
            <p:cNvSpPr/>
            <p:nvPr/>
          </p:nvSpPr>
          <p:spPr>
            <a:xfrm rot="10800000">
              <a:off x="7244066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12"/>
            <p:cNvSpPr/>
            <p:nvPr/>
          </p:nvSpPr>
          <p:spPr>
            <a:xfrm rot="10800000">
              <a:off x="7244066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12"/>
            <p:cNvSpPr/>
            <p:nvPr/>
          </p:nvSpPr>
          <p:spPr>
            <a:xfrm rot="10800000">
              <a:off x="7244066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12"/>
            <p:cNvSpPr/>
            <p:nvPr/>
          </p:nvSpPr>
          <p:spPr>
            <a:xfrm rot="10800000">
              <a:off x="709794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12"/>
            <p:cNvSpPr/>
            <p:nvPr/>
          </p:nvSpPr>
          <p:spPr>
            <a:xfrm rot="10800000">
              <a:off x="7097945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12"/>
            <p:cNvSpPr/>
            <p:nvPr/>
          </p:nvSpPr>
          <p:spPr>
            <a:xfrm rot="10800000">
              <a:off x="7097945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12"/>
            <p:cNvSpPr/>
            <p:nvPr/>
          </p:nvSpPr>
          <p:spPr>
            <a:xfrm rot="10800000">
              <a:off x="7097945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12"/>
            <p:cNvSpPr/>
            <p:nvPr/>
          </p:nvSpPr>
          <p:spPr>
            <a:xfrm rot="10800000">
              <a:off x="7097945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12"/>
            <p:cNvSpPr/>
            <p:nvPr/>
          </p:nvSpPr>
          <p:spPr>
            <a:xfrm rot="10800000">
              <a:off x="7097945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12"/>
            <p:cNvSpPr/>
            <p:nvPr/>
          </p:nvSpPr>
          <p:spPr>
            <a:xfrm rot="10800000">
              <a:off x="7097945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12"/>
            <p:cNvSpPr/>
            <p:nvPr/>
          </p:nvSpPr>
          <p:spPr>
            <a:xfrm rot="10800000">
              <a:off x="7097945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12"/>
            <p:cNvSpPr/>
            <p:nvPr/>
          </p:nvSpPr>
          <p:spPr>
            <a:xfrm rot="10800000">
              <a:off x="7097945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12"/>
            <p:cNvSpPr/>
            <p:nvPr/>
          </p:nvSpPr>
          <p:spPr>
            <a:xfrm rot="10800000">
              <a:off x="7097945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12"/>
            <p:cNvSpPr/>
            <p:nvPr/>
          </p:nvSpPr>
          <p:spPr>
            <a:xfrm rot="10800000">
              <a:off x="7097945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12"/>
            <p:cNvSpPr/>
            <p:nvPr/>
          </p:nvSpPr>
          <p:spPr>
            <a:xfrm rot="10800000">
              <a:off x="7097945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12"/>
            <p:cNvSpPr/>
            <p:nvPr/>
          </p:nvSpPr>
          <p:spPr>
            <a:xfrm rot="10800000">
              <a:off x="7097945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12"/>
            <p:cNvSpPr/>
            <p:nvPr/>
          </p:nvSpPr>
          <p:spPr>
            <a:xfrm rot="10800000">
              <a:off x="709794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12"/>
            <p:cNvSpPr/>
            <p:nvPr/>
          </p:nvSpPr>
          <p:spPr>
            <a:xfrm rot="10800000">
              <a:off x="7097945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12"/>
            <p:cNvSpPr/>
            <p:nvPr/>
          </p:nvSpPr>
          <p:spPr>
            <a:xfrm rot="10800000">
              <a:off x="7097945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12"/>
            <p:cNvSpPr/>
            <p:nvPr/>
          </p:nvSpPr>
          <p:spPr>
            <a:xfrm rot="10800000">
              <a:off x="709794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12"/>
            <p:cNvSpPr/>
            <p:nvPr/>
          </p:nvSpPr>
          <p:spPr>
            <a:xfrm rot="10800000">
              <a:off x="7097945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12"/>
            <p:cNvSpPr/>
            <p:nvPr/>
          </p:nvSpPr>
          <p:spPr>
            <a:xfrm rot="10800000">
              <a:off x="6951800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12"/>
            <p:cNvSpPr/>
            <p:nvPr/>
          </p:nvSpPr>
          <p:spPr>
            <a:xfrm rot="10800000">
              <a:off x="6951800" y="4704867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12"/>
            <p:cNvSpPr/>
            <p:nvPr/>
          </p:nvSpPr>
          <p:spPr>
            <a:xfrm rot="10800000">
              <a:off x="6951800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12"/>
            <p:cNvSpPr/>
            <p:nvPr/>
          </p:nvSpPr>
          <p:spPr>
            <a:xfrm rot="10800000">
              <a:off x="6951800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12"/>
            <p:cNvSpPr/>
            <p:nvPr/>
          </p:nvSpPr>
          <p:spPr>
            <a:xfrm rot="10800000">
              <a:off x="6951800" y="3681951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12"/>
            <p:cNvSpPr/>
            <p:nvPr/>
          </p:nvSpPr>
          <p:spPr>
            <a:xfrm rot="10800000">
              <a:off x="6951800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12"/>
            <p:cNvSpPr/>
            <p:nvPr/>
          </p:nvSpPr>
          <p:spPr>
            <a:xfrm rot="10800000">
              <a:off x="6951800" y="2951301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12"/>
            <p:cNvSpPr/>
            <p:nvPr/>
          </p:nvSpPr>
          <p:spPr>
            <a:xfrm rot="10800000">
              <a:off x="6951800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12"/>
            <p:cNvSpPr/>
            <p:nvPr/>
          </p:nvSpPr>
          <p:spPr>
            <a:xfrm rot="10800000">
              <a:off x="6951800" y="222065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12"/>
            <p:cNvSpPr/>
            <p:nvPr/>
          </p:nvSpPr>
          <p:spPr>
            <a:xfrm rot="10800000">
              <a:off x="6951800" y="207452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12"/>
            <p:cNvSpPr/>
            <p:nvPr/>
          </p:nvSpPr>
          <p:spPr>
            <a:xfrm rot="10800000">
              <a:off x="6951800" y="178226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12"/>
            <p:cNvSpPr/>
            <p:nvPr/>
          </p:nvSpPr>
          <p:spPr>
            <a:xfrm rot="10800000">
              <a:off x="6951800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12"/>
            <p:cNvSpPr/>
            <p:nvPr/>
          </p:nvSpPr>
          <p:spPr>
            <a:xfrm rot="10800000">
              <a:off x="6951800" y="148999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12"/>
            <p:cNvSpPr/>
            <p:nvPr/>
          </p:nvSpPr>
          <p:spPr>
            <a:xfrm rot="10800000">
              <a:off x="6951800" y="119773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12"/>
            <p:cNvSpPr/>
            <p:nvPr/>
          </p:nvSpPr>
          <p:spPr>
            <a:xfrm rot="10800000">
              <a:off x="6951800" y="1051613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12"/>
            <p:cNvSpPr/>
            <p:nvPr/>
          </p:nvSpPr>
          <p:spPr>
            <a:xfrm rot="10800000">
              <a:off x="6951800" y="61320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12"/>
            <p:cNvSpPr/>
            <p:nvPr/>
          </p:nvSpPr>
          <p:spPr>
            <a:xfrm rot="10800000">
              <a:off x="6951800" y="320938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12"/>
            <p:cNvSpPr/>
            <p:nvPr/>
          </p:nvSpPr>
          <p:spPr>
            <a:xfrm rot="10800000">
              <a:off x="6951800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12"/>
            <p:cNvSpPr/>
            <p:nvPr/>
          </p:nvSpPr>
          <p:spPr>
            <a:xfrm rot="10800000">
              <a:off x="680568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12"/>
            <p:cNvSpPr/>
            <p:nvPr/>
          </p:nvSpPr>
          <p:spPr>
            <a:xfrm rot="10800000">
              <a:off x="680568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12"/>
            <p:cNvSpPr/>
            <p:nvPr/>
          </p:nvSpPr>
          <p:spPr>
            <a:xfrm rot="10800000">
              <a:off x="680568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12"/>
            <p:cNvSpPr/>
            <p:nvPr/>
          </p:nvSpPr>
          <p:spPr>
            <a:xfrm rot="10800000">
              <a:off x="680568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12"/>
            <p:cNvSpPr/>
            <p:nvPr/>
          </p:nvSpPr>
          <p:spPr>
            <a:xfrm rot="10800000">
              <a:off x="680568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12"/>
            <p:cNvSpPr/>
            <p:nvPr/>
          </p:nvSpPr>
          <p:spPr>
            <a:xfrm rot="10800000">
              <a:off x="680568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12"/>
            <p:cNvSpPr/>
            <p:nvPr/>
          </p:nvSpPr>
          <p:spPr>
            <a:xfrm rot="10800000">
              <a:off x="680568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12"/>
            <p:cNvSpPr/>
            <p:nvPr/>
          </p:nvSpPr>
          <p:spPr>
            <a:xfrm rot="10800000">
              <a:off x="6805680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12"/>
            <p:cNvSpPr/>
            <p:nvPr/>
          </p:nvSpPr>
          <p:spPr>
            <a:xfrm rot="10800000">
              <a:off x="680568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12"/>
            <p:cNvSpPr/>
            <p:nvPr/>
          </p:nvSpPr>
          <p:spPr>
            <a:xfrm rot="10800000">
              <a:off x="6659535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12"/>
            <p:cNvSpPr/>
            <p:nvPr/>
          </p:nvSpPr>
          <p:spPr>
            <a:xfrm rot="10800000">
              <a:off x="6659535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12"/>
            <p:cNvSpPr/>
            <p:nvPr/>
          </p:nvSpPr>
          <p:spPr>
            <a:xfrm rot="10800000">
              <a:off x="6659535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12"/>
            <p:cNvSpPr/>
            <p:nvPr/>
          </p:nvSpPr>
          <p:spPr>
            <a:xfrm rot="10800000">
              <a:off x="6659535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12"/>
            <p:cNvSpPr/>
            <p:nvPr/>
          </p:nvSpPr>
          <p:spPr>
            <a:xfrm rot="10800000">
              <a:off x="6659535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12"/>
            <p:cNvSpPr/>
            <p:nvPr/>
          </p:nvSpPr>
          <p:spPr>
            <a:xfrm rot="10800000">
              <a:off x="6659535" y="90546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12"/>
            <p:cNvSpPr/>
            <p:nvPr/>
          </p:nvSpPr>
          <p:spPr>
            <a:xfrm rot="10800000">
              <a:off x="6659535" y="75934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12"/>
            <p:cNvSpPr/>
            <p:nvPr/>
          </p:nvSpPr>
          <p:spPr>
            <a:xfrm rot="10800000">
              <a:off x="6659535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12"/>
            <p:cNvSpPr/>
            <p:nvPr/>
          </p:nvSpPr>
          <p:spPr>
            <a:xfrm rot="10800000">
              <a:off x="651341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12"/>
            <p:cNvSpPr/>
            <p:nvPr/>
          </p:nvSpPr>
          <p:spPr>
            <a:xfrm rot="10800000">
              <a:off x="6513415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12"/>
            <p:cNvSpPr/>
            <p:nvPr/>
          </p:nvSpPr>
          <p:spPr>
            <a:xfrm rot="10800000">
              <a:off x="6513415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12"/>
            <p:cNvSpPr/>
            <p:nvPr/>
          </p:nvSpPr>
          <p:spPr>
            <a:xfrm rot="10800000">
              <a:off x="651341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12"/>
            <p:cNvSpPr/>
            <p:nvPr/>
          </p:nvSpPr>
          <p:spPr>
            <a:xfrm rot="10800000">
              <a:off x="6513415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12"/>
            <p:cNvSpPr/>
            <p:nvPr/>
          </p:nvSpPr>
          <p:spPr>
            <a:xfrm rot="10800000">
              <a:off x="651341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12"/>
            <p:cNvSpPr/>
            <p:nvPr/>
          </p:nvSpPr>
          <p:spPr>
            <a:xfrm rot="10800000">
              <a:off x="6367294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12"/>
            <p:cNvSpPr/>
            <p:nvPr/>
          </p:nvSpPr>
          <p:spPr>
            <a:xfrm rot="10800000">
              <a:off x="6367294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12"/>
            <p:cNvSpPr/>
            <p:nvPr/>
          </p:nvSpPr>
          <p:spPr>
            <a:xfrm rot="10800000">
              <a:off x="6367294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12"/>
            <p:cNvSpPr/>
            <p:nvPr/>
          </p:nvSpPr>
          <p:spPr>
            <a:xfrm rot="10800000">
              <a:off x="7536331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12"/>
            <p:cNvSpPr/>
            <p:nvPr/>
          </p:nvSpPr>
          <p:spPr>
            <a:xfrm rot="10800000">
              <a:off x="7536331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12"/>
            <p:cNvSpPr/>
            <p:nvPr/>
          </p:nvSpPr>
          <p:spPr>
            <a:xfrm rot="10800000">
              <a:off x="7536331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12"/>
            <p:cNvSpPr/>
            <p:nvPr/>
          </p:nvSpPr>
          <p:spPr>
            <a:xfrm rot="10800000">
              <a:off x="7536331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12"/>
            <p:cNvSpPr/>
            <p:nvPr/>
          </p:nvSpPr>
          <p:spPr>
            <a:xfrm rot="10800000">
              <a:off x="7536331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12"/>
            <p:cNvSpPr/>
            <p:nvPr/>
          </p:nvSpPr>
          <p:spPr>
            <a:xfrm rot="10800000">
              <a:off x="7536331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12"/>
            <p:cNvSpPr/>
            <p:nvPr/>
          </p:nvSpPr>
          <p:spPr>
            <a:xfrm rot="10800000">
              <a:off x="7536331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12"/>
            <p:cNvSpPr/>
            <p:nvPr/>
          </p:nvSpPr>
          <p:spPr>
            <a:xfrm rot="10800000">
              <a:off x="7536331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12"/>
            <p:cNvSpPr/>
            <p:nvPr/>
          </p:nvSpPr>
          <p:spPr>
            <a:xfrm rot="10800000">
              <a:off x="739021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12"/>
            <p:cNvSpPr/>
            <p:nvPr/>
          </p:nvSpPr>
          <p:spPr>
            <a:xfrm rot="10800000">
              <a:off x="7390210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12"/>
            <p:cNvSpPr/>
            <p:nvPr/>
          </p:nvSpPr>
          <p:spPr>
            <a:xfrm rot="10800000">
              <a:off x="7390210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12"/>
            <p:cNvSpPr/>
            <p:nvPr/>
          </p:nvSpPr>
          <p:spPr>
            <a:xfrm rot="10800000">
              <a:off x="7390210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12"/>
            <p:cNvSpPr/>
            <p:nvPr/>
          </p:nvSpPr>
          <p:spPr>
            <a:xfrm rot="10800000">
              <a:off x="7390210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12"/>
            <p:cNvSpPr/>
            <p:nvPr/>
          </p:nvSpPr>
          <p:spPr>
            <a:xfrm rot="10800000">
              <a:off x="7244066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12"/>
            <p:cNvSpPr/>
            <p:nvPr/>
          </p:nvSpPr>
          <p:spPr>
            <a:xfrm rot="10800000">
              <a:off x="7244066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12"/>
            <p:cNvSpPr/>
            <p:nvPr/>
          </p:nvSpPr>
          <p:spPr>
            <a:xfrm rot="10800000">
              <a:off x="7244066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12"/>
            <p:cNvSpPr/>
            <p:nvPr/>
          </p:nvSpPr>
          <p:spPr>
            <a:xfrm rot="10800000">
              <a:off x="7244066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12"/>
            <p:cNvSpPr/>
            <p:nvPr/>
          </p:nvSpPr>
          <p:spPr>
            <a:xfrm rot="10800000">
              <a:off x="7244066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12"/>
            <p:cNvSpPr/>
            <p:nvPr/>
          </p:nvSpPr>
          <p:spPr>
            <a:xfrm rot="10800000">
              <a:off x="7097945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12"/>
            <p:cNvSpPr/>
            <p:nvPr/>
          </p:nvSpPr>
          <p:spPr>
            <a:xfrm rot="10800000">
              <a:off x="6951800" y="382809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12"/>
            <p:cNvSpPr/>
            <p:nvPr/>
          </p:nvSpPr>
          <p:spPr>
            <a:xfrm rot="10800000">
              <a:off x="6951800" y="2659036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12"/>
            <p:cNvSpPr/>
            <p:nvPr/>
          </p:nvSpPr>
          <p:spPr>
            <a:xfrm rot="10800000">
              <a:off x="680568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12"/>
            <p:cNvSpPr/>
            <p:nvPr/>
          </p:nvSpPr>
          <p:spPr>
            <a:xfrm rot="10800000">
              <a:off x="6513415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12"/>
            <p:cNvSpPr/>
            <p:nvPr/>
          </p:nvSpPr>
          <p:spPr>
            <a:xfrm rot="10800000">
              <a:off x="6367294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9" name="Google Shape;3669;p12"/>
          <p:cNvGrpSpPr/>
          <p:nvPr/>
        </p:nvGrpSpPr>
        <p:grpSpPr>
          <a:xfrm rot="10800000">
            <a:off x="28739" y="28698"/>
            <a:ext cx="1286904" cy="5086302"/>
            <a:chOff x="6367294" y="28698"/>
            <a:chExt cx="1286904" cy="5086302"/>
          </a:xfrm>
        </p:grpSpPr>
        <p:sp>
          <p:nvSpPr>
            <p:cNvPr id="3670" name="Google Shape;3670;p12"/>
            <p:cNvSpPr/>
            <p:nvPr/>
          </p:nvSpPr>
          <p:spPr>
            <a:xfrm rot="10800000">
              <a:off x="7536331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12"/>
            <p:cNvSpPr/>
            <p:nvPr/>
          </p:nvSpPr>
          <p:spPr>
            <a:xfrm rot="10800000">
              <a:off x="7244066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12"/>
            <p:cNvSpPr/>
            <p:nvPr/>
          </p:nvSpPr>
          <p:spPr>
            <a:xfrm rot="10800000">
              <a:off x="7244066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12"/>
            <p:cNvSpPr/>
            <p:nvPr/>
          </p:nvSpPr>
          <p:spPr>
            <a:xfrm rot="10800000">
              <a:off x="6659535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12"/>
            <p:cNvSpPr/>
            <p:nvPr/>
          </p:nvSpPr>
          <p:spPr>
            <a:xfrm rot="10800000">
              <a:off x="7536331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12"/>
            <p:cNvSpPr/>
            <p:nvPr/>
          </p:nvSpPr>
          <p:spPr>
            <a:xfrm rot="10800000">
              <a:off x="7536331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12"/>
            <p:cNvSpPr/>
            <p:nvPr/>
          </p:nvSpPr>
          <p:spPr>
            <a:xfrm rot="10800000">
              <a:off x="7536331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12"/>
            <p:cNvSpPr/>
            <p:nvPr/>
          </p:nvSpPr>
          <p:spPr>
            <a:xfrm rot="10800000">
              <a:off x="7536331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12"/>
            <p:cNvSpPr/>
            <p:nvPr/>
          </p:nvSpPr>
          <p:spPr>
            <a:xfrm rot="10800000">
              <a:off x="7536331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12"/>
            <p:cNvSpPr/>
            <p:nvPr/>
          </p:nvSpPr>
          <p:spPr>
            <a:xfrm rot="10800000">
              <a:off x="7536331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12"/>
            <p:cNvSpPr/>
            <p:nvPr/>
          </p:nvSpPr>
          <p:spPr>
            <a:xfrm rot="10800000">
              <a:off x="7536331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12"/>
            <p:cNvSpPr/>
            <p:nvPr/>
          </p:nvSpPr>
          <p:spPr>
            <a:xfrm rot="10800000">
              <a:off x="7536331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12"/>
            <p:cNvSpPr/>
            <p:nvPr/>
          </p:nvSpPr>
          <p:spPr>
            <a:xfrm rot="10800000">
              <a:off x="7536331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12"/>
            <p:cNvSpPr/>
            <p:nvPr/>
          </p:nvSpPr>
          <p:spPr>
            <a:xfrm rot="10800000">
              <a:off x="7536331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12"/>
            <p:cNvSpPr/>
            <p:nvPr/>
          </p:nvSpPr>
          <p:spPr>
            <a:xfrm rot="10800000">
              <a:off x="7536331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12"/>
            <p:cNvSpPr/>
            <p:nvPr/>
          </p:nvSpPr>
          <p:spPr>
            <a:xfrm rot="10800000">
              <a:off x="7536331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12"/>
            <p:cNvSpPr/>
            <p:nvPr/>
          </p:nvSpPr>
          <p:spPr>
            <a:xfrm rot="10800000">
              <a:off x="7536331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12"/>
            <p:cNvSpPr/>
            <p:nvPr/>
          </p:nvSpPr>
          <p:spPr>
            <a:xfrm rot="10800000">
              <a:off x="7536331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12"/>
            <p:cNvSpPr/>
            <p:nvPr/>
          </p:nvSpPr>
          <p:spPr>
            <a:xfrm rot="10800000">
              <a:off x="7536331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12"/>
            <p:cNvSpPr/>
            <p:nvPr/>
          </p:nvSpPr>
          <p:spPr>
            <a:xfrm rot="10800000">
              <a:off x="7536331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12"/>
            <p:cNvSpPr/>
            <p:nvPr/>
          </p:nvSpPr>
          <p:spPr>
            <a:xfrm rot="10800000">
              <a:off x="7536331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12"/>
            <p:cNvSpPr/>
            <p:nvPr/>
          </p:nvSpPr>
          <p:spPr>
            <a:xfrm rot="10800000">
              <a:off x="7536331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12"/>
            <p:cNvSpPr/>
            <p:nvPr/>
          </p:nvSpPr>
          <p:spPr>
            <a:xfrm rot="10800000">
              <a:off x="7536331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12"/>
            <p:cNvSpPr/>
            <p:nvPr/>
          </p:nvSpPr>
          <p:spPr>
            <a:xfrm rot="10800000">
              <a:off x="7536331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12"/>
            <p:cNvSpPr/>
            <p:nvPr/>
          </p:nvSpPr>
          <p:spPr>
            <a:xfrm rot="10800000">
              <a:off x="7536331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12"/>
            <p:cNvSpPr/>
            <p:nvPr/>
          </p:nvSpPr>
          <p:spPr>
            <a:xfrm rot="10800000">
              <a:off x="7536331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12"/>
            <p:cNvSpPr/>
            <p:nvPr/>
          </p:nvSpPr>
          <p:spPr>
            <a:xfrm rot="10800000">
              <a:off x="7536331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12"/>
            <p:cNvSpPr/>
            <p:nvPr/>
          </p:nvSpPr>
          <p:spPr>
            <a:xfrm rot="10800000">
              <a:off x="7536331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12"/>
            <p:cNvSpPr/>
            <p:nvPr/>
          </p:nvSpPr>
          <p:spPr>
            <a:xfrm rot="10800000">
              <a:off x="7536331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12"/>
            <p:cNvSpPr/>
            <p:nvPr/>
          </p:nvSpPr>
          <p:spPr>
            <a:xfrm rot="10800000">
              <a:off x="7536331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12"/>
            <p:cNvSpPr/>
            <p:nvPr/>
          </p:nvSpPr>
          <p:spPr>
            <a:xfrm rot="10800000">
              <a:off x="7390210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12"/>
            <p:cNvSpPr/>
            <p:nvPr/>
          </p:nvSpPr>
          <p:spPr>
            <a:xfrm rot="10800000">
              <a:off x="739021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12"/>
            <p:cNvSpPr/>
            <p:nvPr/>
          </p:nvSpPr>
          <p:spPr>
            <a:xfrm rot="10800000">
              <a:off x="7390210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12"/>
            <p:cNvSpPr/>
            <p:nvPr/>
          </p:nvSpPr>
          <p:spPr>
            <a:xfrm rot="10800000">
              <a:off x="7390210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12"/>
            <p:cNvSpPr/>
            <p:nvPr/>
          </p:nvSpPr>
          <p:spPr>
            <a:xfrm rot="10800000">
              <a:off x="739021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12"/>
            <p:cNvSpPr/>
            <p:nvPr/>
          </p:nvSpPr>
          <p:spPr>
            <a:xfrm rot="10800000">
              <a:off x="7390210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12"/>
            <p:cNvSpPr/>
            <p:nvPr/>
          </p:nvSpPr>
          <p:spPr>
            <a:xfrm rot="10800000">
              <a:off x="739021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12"/>
            <p:cNvSpPr/>
            <p:nvPr/>
          </p:nvSpPr>
          <p:spPr>
            <a:xfrm rot="10800000">
              <a:off x="7390210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12"/>
            <p:cNvSpPr/>
            <p:nvPr/>
          </p:nvSpPr>
          <p:spPr>
            <a:xfrm rot="10800000">
              <a:off x="7390210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12"/>
            <p:cNvSpPr/>
            <p:nvPr/>
          </p:nvSpPr>
          <p:spPr>
            <a:xfrm rot="10800000">
              <a:off x="739021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12"/>
            <p:cNvSpPr/>
            <p:nvPr/>
          </p:nvSpPr>
          <p:spPr>
            <a:xfrm rot="10800000">
              <a:off x="7390210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12"/>
            <p:cNvSpPr/>
            <p:nvPr/>
          </p:nvSpPr>
          <p:spPr>
            <a:xfrm rot="10800000">
              <a:off x="7390210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12"/>
            <p:cNvSpPr/>
            <p:nvPr/>
          </p:nvSpPr>
          <p:spPr>
            <a:xfrm rot="10800000">
              <a:off x="7390210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12"/>
            <p:cNvSpPr/>
            <p:nvPr/>
          </p:nvSpPr>
          <p:spPr>
            <a:xfrm rot="10800000">
              <a:off x="7390210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12"/>
            <p:cNvSpPr/>
            <p:nvPr/>
          </p:nvSpPr>
          <p:spPr>
            <a:xfrm rot="10800000">
              <a:off x="739021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12"/>
            <p:cNvSpPr/>
            <p:nvPr/>
          </p:nvSpPr>
          <p:spPr>
            <a:xfrm rot="10800000">
              <a:off x="7390210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12"/>
            <p:cNvSpPr/>
            <p:nvPr/>
          </p:nvSpPr>
          <p:spPr>
            <a:xfrm rot="10800000">
              <a:off x="7390210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12"/>
            <p:cNvSpPr/>
            <p:nvPr/>
          </p:nvSpPr>
          <p:spPr>
            <a:xfrm rot="10800000">
              <a:off x="7390210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12"/>
            <p:cNvSpPr/>
            <p:nvPr/>
          </p:nvSpPr>
          <p:spPr>
            <a:xfrm rot="10800000">
              <a:off x="7390210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12"/>
            <p:cNvSpPr/>
            <p:nvPr/>
          </p:nvSpPr>
          <p:spPr>
            <a:xfrm rot="10800000">
              <a:off x="7390210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12"/>
            <p:cNvSpPr/>
            <p:nvPr/>
          </p:nvSpPr>
          <p:spPr>
            <a:xfrm rot="10800000">
              <a:off x="739021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12"/>
            <p:cNvSpPr/>
            <p:nvPr/>
          </p:nvSpPr>
          <p:spPr>
            <a:xfrm rot="10800000">
              <a:off x="7390210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12"/>
            <p:cNvSpPr/>
            <p:nvPr/>
          </p:nvSpPr>
          <p:spPr>
            <a:xfrm rot="10800000">
              <a:off x="7390210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12"/>
            <p:cNvSpPr/>
            <p:nvPr/>
          </p:nvSpPr>
          <p:spPr>
            <a:xfrm rot="10800000">
              <a:off x="739021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12"/>
            <p:cNvSpPr/>
            <p:nvPr/>
          </p:nvSpPr>
          <p:spPr>
            <a:xfrm rot="10800000">
              <a:off x="739021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12"/>
            <p:cNvSpPr/>
            <p:nvPr/>
          </p:nvSpPr>
          <p:spPr>
            <a:xfrm rot="10800000">
              <a:off x="7244066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12"/>
            <p:cNvSpPr/>
            <p:nvPr/>
          </p:nvSpPr>
          <p:spPr>
            <a:xfrm rot="10800000">
              <a:off x="7244066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12"/>
            <p:cNvSpPr/>
            <p:nvPr/>
          </p:nvSpPr>
          <p:spPr>
            <a:xfrm rot="10800000">
              <a:off x="7244066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12"/>
            <p:cNvSpPr/>
            <p:nvPr/>
          </p:nvSpPr>
          <p:spPr>
            <a:xfrm rot="10800000">
              <a:off x="7244066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12"/>
            <p:cNvSpPr/>
            <p:nvPr/>
          </p:nvSpPr>
          <p:spPr>
            <a:xfrm rot="10800000">
              <a:off x="7244066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12"/>
            <p:cNvSpPr/>
            <p:nvPr/>
          </p:nvSpPr>
          <p:spPr>
            <a:xfrm rot="10800000">
              <a:off x="7244066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12"/>
            <p:cNvSpPr/>
            <p:nvPr/>
          </p:nvSpPr>
          <p:spPr>
            <a:xfrm rot="10800000">
              <a:off x="7244066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12"/>
            <p:cNvSpPr/>
            <p:nvPr/>
          </p:nvSpPr>
          <p:spPr>
            <a:xfrm rot="10800000">
              <a:off x="7244066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12"/>
            <p:cNvSpPr/>
            <p:nvPr/>
          </p:nvSpPr>
          <p:spPr>
            <a:xfrm rot="10800000">
              <a:off x="7244066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12"/>
            <p:cNvSpPr/>
            <p:nvPr/>
          </p:nvSpPr>
          <p:spPr>
            <a:xfrm rot="10800000">
              <a:off x="7244066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12"/>
            <p:cNvSpPr/>
            <p:nvPr/>
          </p:nvSpPr>
          <p:spPr>
            <a:xfrm rot="10800000">
              <a:off x="7244066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12"/>
            <p:cNvSpPr/>
            <p:nvPr/>
          </p:nvSpPr>
          <p:spPr>
            <a:xfrm rot="10800000">
              <a:off x="7244066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12"/>
            <p:cNvSpPr/>
            <p:nvPr/>
          </p:nvSpPr>
          <p:spPr>
            <a:xfrm rot="10800000">
              <a:off x="7244066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12"/>
            <p:cNvSpPr/>
            <p:nvPr/>
          </p:nvSpPr>
          <p:spPr>
            <a:xfrm rot="10800000">
              <a:off x="7244066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12"/>
            <p:cNvSpPr/>
            <p:nvPr/>
          </p:nvSpPr>
          <p:spPr>
            <a:xfrm rot="10800000">
              <a:off x="7244066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12"/>
            <p:cNvSpPr/>
            <p:nvPr/>
          </p:nvSpPr>
          <p:spPr>
            <a:xfrm rot="10800000">
              <a:off x="7244066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12"/>
            <p:cNvSpPr/>
            <p:nvPr/>
          </p:nvSpPr>
          <p:spPr>
            <a:xfrm rot="10800000">
              <a:off x="7244066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12"/>
            <p:cNvSpPr/>
            <p:nvPr/>
          </p:nvSpPr>
          <p:spPr>
            <a:xfrm rot="10800000">
              <a:off x="7244066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12"/>
            <p:cNvSpPr/>
            <p:nvPr/>
          </p:nvSpPr>
          <p:spPr>
            <a:xfrm rot="10800000">
              <a:off x="7244066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12"/>
            <p:cNvSpPr/>
            <p:nvPr/>
          </p:nvSpPr>
          <p:spPr>
            <a:xfrm rot="10800000">
              <a:off x="7244066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12"/>
            <p:cNvSpPr/>
            <p:nvPr/>
          </p:nvSpPr>
          <p:spPr>
            <a:xfrm rot="10800000">
              <a:off x="709794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12"/>
            <p:cNvSpPr/>
            <p:nvPr/>
          </p:nvSpPr>
          <p:spPr>
            <a:xfrm rot="10800000">
              <a:off x="7097945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12"/>
            <p:cNvSpPr/>
            <p:nvPr/>
          </p:nvSpPr>
          <p:spPr>
            <a:xfrm rot="10800000">
              <a:off x="7097945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12"/>
            <p:cNvSpPr/>
            <p:nvPr/>
          </p:nvSpPr>
          <p:spPr>
            <a:xfrm rot="10800000">
              <a:off x="7097945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12"/>
            <p:cNvSpPr/>
            <p:nvPr/>
          </p:nvSpPr>
          <p:spPr>
            <a:xfrm rot="10800000">
              <a:off x="7097945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12"/>
            <p:cNvSpPr/>
            <p:nvPr/>
          </p:nvSpPr>
          <p:spPr>
            <a:xfrm rot="10800000">
              <a:off x="7097945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12"/>
            <p:cNvSpPr/>
            <p:nvPr/>
          </p:nvSpPr>
          <p:spPr>
            <a:xfrm rot="10800000">
              <a:off x="7097945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12"/>
            <p:cNvSpPr/>
            <p:nvPr/>
          </p:nvSpPr>
          <p:spPr>
            <a:xfrm rot="10800000">
              <a:off x="7097945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12"/>
            <p:cNvSpPr/>
            <p:nvPr/>
          </p:nvSpPr>
          <p:spPr>
            <a:xfrm rot="10800000">
              <a:off x="7097945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12"/>
            <p:cNvSpPr/>
            <p:nvPr/>
          </p:nvSpPr>
          <p:spPr>
            <a:xfrm rot="10800000">
              <a:off x="7097945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12"/>
            <p:cNvSpPr/>
            <p:nvPr/>
          </p:nvSpPr>
          <p:spPr>
            <a:xfrm rot="10800000">
              <a:off x="7097945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12"/>
            <p:cNvSpPr/>
            <p:nvPr/>
          </p:nvSpPr>
          <p:spPr>
            <a:xfrm rot="10800000">
              <a:off x="7097945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12"/>
            <p:cNvSpPr/>
            <p:nvPr/>
          </p:nvSpPr>
          <p:spPr>
            <a:xfrm rot="10800000">
              <a:off x="7097945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12"/>
            <p:cNvSpPr/>
            <p:nvPr/>
          </p:nvSpPr>
          <p:spPr>
            <a:xfrm rot="10800000">
              <a:off x="709794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12"/>
            <p:cNvSpPr/>
            <p:nvPr/>
          </p:nvSpPr>
          <p:spPr>
            <a:xfrm rot="10800000">
              <a:off x="7097945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12"/>
            <p:cNvSpPr/>
            <p:nvPr/>
          </p:nvSpPr>
          <p:spPr>
            <a:xfrm rot="10800000">
              <a:off x="7097945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12"/>
            <p:cNvSpPr/>
            <p:nvPr/>
          </p:nvSpPr>
          <p:spPr>
            <a:xfrm rot="10800000">
              <a:off x="709794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12"/>
            <p:cNvSpPr/>
            <p:nvPr/>
          </p:nvSpPr>
          <p:spPr>
            <a:xfrm rot="10800000">
              <a:off x="7097945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12"/>
            <p:cNvSpPr/>
            <p:nvPr/>
          </p:nvSpPr>
          <p:spPr>
            <a:xfrm rot="10800000">
              <a:off x="6951800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12"/>
            <p:cNvSpPr/>
            <p:nvPr/>
          </p:nvSpPr>
          <p:spPr>
            <a:xfrm rot="10800000">
              <a:off x="6951800" y="4704867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12"/>
            <p:cNvSpPr/>
            <p:nvPr/>
          </p:nvSpPr>
          <p:spPr>
            <a:xfrm rot="10800000">
              <a:off x="6951800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12"/>
            <p:cNvSpPr/>
            <p:nvPr/>
          </p:nvSpPr>
          <p:spPr>
            <a:xfrm rot="10800000">
              <a:off x="6951800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12"/>
            <p:cNvSpPr/>
            <p:nvPr/>
          </p:nvSpPr>
          <p:spPr>
            <a:xfrm rot="10800000">
              <a:off x="6951800" y="3681951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12"/>
            <p:cNvSpPr/>
            <p:nvPr/>
          </p:nvSpPr>
          <p:spPr>
            <a:xfrm rot="10800000">
              <a:off x="6951800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12"/>
            <p:cNvSpPr/>
            <p:nvPr/>
          </p:nvSpPr>
          <p:spPr>
            <a:xfrm rot="10800000">
              <a:off x="6951800" y="2951301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12"/>
            <p:cNvSpPr/>
            <p:nvPr/>
          </p:nvSpPr>
          <p:spPr>
            <a:xfrm rot="10800000">
              <a:off x="6951800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12"/>
            <p:cNvSpPr/>
            <p:nvPr/>
          </p:nvSpPr>
          <p:spPr>
            <a:xfrm rot="10800000">
              <a:off x="6951800" y="222065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12"/>
            <p:cNvSpPr/>
            <p:nvPr/>
          </p:nvSpPr>
          <p:spPr>
            <a:xfrm rot="10800000">
              <a:off x="6951800" y="207452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12"/>
            <p:cNvSpPr/>
            <p:nvPr/>
          </p:nvSpPr>
          <p:spPr>
            <a:xfrm rot="10800000">
              <a:off x="6951800" y="178226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12"/>
            <p:cNvSpPr/>
            <p:nvPr/>
          </p:nvSpPr>
          <p:spPr>
            <a:xfrm rot="10800000">
              <a:off x="6951800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12"/>
            <p:cNvSpPr/>
            <p:nvPr/>
          </p:nvSpPr>
          <p:spPr>
            <a:xfrm rot="10800000">
              <a:off x="6951800" y="148999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12"/>
            <p:cNvSpPr/>
            <p:nvPr/>
          </p:nvSpPr>
          <p:spPr>
            <a:xfrm rot="10800000">
              <a:off x="6951800" y="119773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12"/>
            <p:cNvSpPr/>
            <p:nvPr/>
          </p:nvSpPr>
          <p:spPr>
            <a:xfrm rot="10800000">
              <a:off x="6951800" y="1051613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12"/>
            <p:cNvSpPr/>
            <p:nvPr/>
          </p:nvSpPr>
          <p:spPr>
            <a:xfrm rot="10800000">
              <a:off x="6951800" y="61320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12"/>
            <p:cNvSpPr/>
            <p:nvPr/>
          </p:nvSpPr>
          <p:spPr>
            <a:xfrm rot="10800000">
              <a:off x="6951800" y="320938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12"/>
            <p:cNvSpPr/>
            <p:nvPr/>
          </p:nvSpPr>
          <p:spPr>
            <a:xfrm rot="10800000">
              <a:off x="6951800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12"/>
            <p:cNvSpPr/>
            <p:nvPr/>
          </p:nvSpPr>
          <p:spPr>
            <a:xfrm rot="10800000">
              <a:off x="680568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12"/>
            <p:cNvSpPr/>
            <p:nvPr/>
          </p:nvSpPr>
          <p:spPr>
            <a:xfrm rot="10800000">
              <a:off x="680568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12"/>
            <p:cNvSpPr/>
            <p:nvPr/>
          </p:nvSpPr>
          <p:spPr>
            <a:xfrm rot="10800000">
              <a:off x="680568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12"/>
            <p:cNvSpPr/>
            <p:nvPr/>
          </p:nvSpPr>
          <p:spPr>
            <a:xfrm rot="10800000">
              <a:off x="680568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12"/>
            <p:cNvSpPr/>
            <p:nvPr/>
          </p:nvSpPr>
          <p:spPr>
            <a:xfrm rot="10800000">
              <a:off x="680568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12"/>
            <p:cNvSpPr/>
            <p:nvPr/>
          </p:nvSpPr>
          <p:spPr>
            <a:xfrm rot="10800000">
              <a:off x="680568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12"/>
            <p:cNvSpPr/>
            <p:nvPr/>
          </p:nvSpPr>
          <p:spPr>
            <a:xfrm rot="10800000">
              <a:off x="680568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12"/>
            <p:cNvSpPr/>
            <p:nvPr/>
          </p:nvSpPr>
          <p:spPr>
            <a:xfrm rot="10800000">
              <a:off x="6805680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12"/>
            <p:cNvSpPr/>
            <p:nvPr/>
          </p:nvSpPr>
          <p:spPr>
            <a:xfrm rot="10800000">
              <a:off x="680568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12"/>
            <p:cNvSpPr/>
            <p:nvPr/>
          </p:nvSpPr>
          <p:spPr>
            <a:xfrm rot="10800000">
              <a:off x="6659535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12"/>
            <p:cNvSpPr/>
            <p:nvPr/>
          </p:nvSpPr>
          <p:spPr>
            <a:xfrm rot="10800000">
              <a:off x="6659535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12"/>
            <p:cNvSpPr/>
            <p:nvPr/>
          </p:nvSpPr>
          <p:spPr>
            <a:xfrm rot="10800000">
              <a:off x="6659535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12"/>
            <p:cNvSpPr/>
            <p:nvPr/>
          </p:nvSpPr>
          <p:spPr>
            <a:xfrm rot="10800000">
              <a:off x="6659535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12"/>
            <p:cNvSpPr/>
            <p:nvPr/>
          </p:nvSpPr>
          <p:spPr>
            <a:xfrm rot="10800000">
              <a:off x="6659535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12"/>
            <p:cNvSpPr/>
            <p:nvPr/>
          </p:nvSpPr>
          <p:spPr>
            <a:xfrm rot="10800000">
              <a:off x="6659535" y="90546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12"/>
            <p:cNvSpPr/>
            <p:nvPr/>
          </p:nvSpPr>
          <p:spPr>
            <a:xfrm rot="10800000">
              <a:off x="6659535" y="75934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12"/>
            <p:cNvSpPr/>
            <p:nvPr/>
          </p:nvSpPr>
          <p:spPr>
            <a:xfrm rot="10800000">
              <a:off x="6659535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12"/>
            <p:cNvSpPr/>
            <p:nvPr/>
          </p:nvSpPr>
          <p:spPr>
            <a:xfrm rot="10800000">
              <a:off x="651341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12"/>
            <p:cNvSpPr/>
            <p:nvPr/>
          </p:nvSpPr>
          <p:spPr>
            <a:xfrm rot="10800000">
              <a:off x="6513415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12"/>
            <p:cNvSpPr/>
            <p:nvPr/>
          </p:nvSpPr>
          <p:spPr>
            <a:xfrm rot="10800000">
              <a:off x="6513415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12"/>
            <p:cNvSpPr/>
            <p:nvPr/>
          </p:nvSpPr>
          <p:spPr>
            <a:xfrm rot="10800000">
              <a:off x="651341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12"/>
            <p:cNvSpPr/>
            <p:nvPr/>
          </p:nvSpPr>
          <p:spPr>
            <a:xfrm rot="10800000">
              <a:off x="6513415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12"/>
            <p:cNvSpPr/>
            <p:nvPr/>
          </p:nvSpPr>
          <p:spPr>
            <a:xfrm rot="10800000">
              <a:off x="651341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12"/>
            <p:cNvSpPr/>
            <p:nvPr/>
          </p:nvSpPr>
          <p:spPr>
            <a:xfrm rot="10800000">
              <a:off x="6367294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12"/>
            <p:cNvSpPr/>
            <p:nvPr/>
          </p:nvSpPr>
          <p:spPr>
            <a:xfrm rot="10800000">
              <a:off x="6367294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12"/>
            <p:cNvSpPr/>
            <p:nvPr/>
          </p:nvSpPr>
          <p:spPr>
            <a:xfrm rot="10800000">
              <a:off x="6367294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12"/>
            <p:cNvSpPr/>
            <p:nvPr/>
          </p:nvSpPr>
          <p:spPr>
            <a:xfrm rot="10800000">
              <a:off x="7536331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12"/>
            <p:cNvSpPr/>
            <p:nvPr/>
          </p:nvSpPr>
          <p:spPr>
            <a:xfrm rot="10800000">
              <a:off x="7536331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12"/>
            <p:cNvSpPr/>
            <p:nvPr/>
          </p:nvSpPr>
          <p:spPr>
            <a:xfrm rot="10800000">
              <a:off x="7536331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12"/>
            <p:cNvSpPr/>
            <p:nvPr/>
          </p:nvSpPr>
          <p:spPr>
            <a:xfrm rot="10800000">
              <a:off x="7536331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12"/>
            <p:cNvSpPr/>
            <p:nvPr/>
          </p:nvSpPr>
          <p:spPr>
            <a:xfrm rot="10800000">
              <a:off x="7536331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12"/>
            <p:cNvSpPr/>
            <p:nvPr/>
          </p:nvSpPr>
          <p:spPr>
            <a:xfrm rot="10800000">
              <a:off x="7536331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12"/>
            <p:cNvSpPr/>
            <p:nvPr/>
          </p:nvSpPr>
          <p:spPr>
            <a:xfrm rot="10800000">
              <a:off x="7536331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12"/>
            <p:cNvSpPr/>
            <p:nvPr/>
          </p:nvSpPr>
          <p:spPr>
            <a:xfrm rot="10800000">
              <a:off x="7536331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12"/>
            <p:cNvSpPr/>
            <p:nvPr/>
          </p:nvSpPr>
          <p:spPr>
            <a:xfrm rot="10800000">
              <a:off x="739021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12"/>
            <p:cNvSpPr/>
            <p:nvPr/>
          </p:nvSpPr>
          <p:spPr>
            <a:xfrm rot="10800000">
              <a:off x="7390210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12"/>
            <p:cNvSpPr/>
            <p:nvPr/>
          </p:nvSpPr>
          <p:spPr>
            <a:xfrm rot="10800000">
              <a:off x="7390210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12"/>
            <p:cNvSpPr/>
            <p:nvPr/>
          </p:nvSpPr>
          <p:spPr>
            <a:xfrm rot="10800000">
              <a:off x="7390210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12"/>
            <p:cNvSpPr/>
            <p:nvPr/>
          </p:nvSpPr>
          <p:spPr>
            <a:xfrm rot="10800000">
              <a:off x="7390210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12"/>
            <p:cNvSpPr/>
            <p:nvPr/>
          </p:nvSpPr>
          <p:spPr>
            <a:xfrm rot="10800000">
              <a:off x="7244066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12"/>
            <p:cNvSpPr/>
            <p:nvPr/>
          </p:nvSpPr>
          <p:spPr>
            <a:xfrm rot="10800000">
              <a:off x="7244066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12"/>
            <p:cNvSpPr/>
            <p:nvPr/>
          </p:nvSpPr>
          <p:spPr>
            <a:xfrm rot="10800000">
              <a:off x="7244066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12"/>
            <p:cNvSpPr/>
            <p:nvPr/>
          </p:nvSpPr>
          <p:spPr>
            <a:xfrm rot="10800000">
              <a:off x="7244066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12"/>
            <p:cNvSpPr/>
            <p:nvPr/>
          </p:nvSpPr>
          <p:spPr>
            <a:xfrm rot="10800000">
              <a:off x="7244066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12"/>
            <p:cNvSpPr/>
            <p:nvPr/>
          </p:nvSpPr>
          <p:spPr>
            <a:xfrm rot="10800000">
              <a:off x="7097945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12"/>
            <p:cNvSpPr/>
            <p:nvPr/>
          </p:nvSpPr>
          <p:spPr>
            <a:xfrm rot="10800000">
              <a:off x="6951800" y="382809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12"/>
            <p:cNvSpPr/>
            <p:nvPr/>
          </p:nvSpPr>
          <p:spPr>
            <a:xfrm rot="10800000">
              <a:off x="6951800" y="2659036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12"/>
            <p:cNvSpPr/>
            <p:nvPr/>
          </p:nvSpPr>
          <p:spPr>
            <a:xfrm rot="10800000">
              <a:off x="680568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12"/>
            <p:cNvSpPr/>
            <p:nvPr/>
          </p:nvSpPr>
          <p:spPr>
            <a:xfrm rot="10800000">
              <a:off x="6513415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12"/>
            <p:cNvSpPr/>
            <p:nvPr/>
          </p:nvSpPr>
          <p:spPr>
            <a:xfrm rot="10800000">
              <a:off x="6367294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1" name="Google Shape;3831;p12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3832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34" name="Google Shape;383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35" name="Google Shape;383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sz="36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9" name="Shape 3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" name="Google Shape;3840;p14"/>
          <p:cNvSpPr txBox="1"/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Web Application Architecture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4" name="Shape 3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5" name="Google Shape;3845;p15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846" name="Google Shape;3846;p15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the difference between client-server and peer-to-peer model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what is web server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the difference between frontend and backend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the difference between Static web pages and dynamic web pages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what is MVC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p16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Client-Server Model </a:t>
            </a:r>
            <a:endParaRPr/>
          </a:p>
        </p:txBody>
      </p:sp>
      <p:sp>
        <p:nvSpPr>
          <p:cNvPr id="3852" name="Google Shape;3852;p16"/>
          <p:cNvSpPr/>
          <p:nvPr/>
        </p:nvSpPr>
        <p:spPr>
          <a:xfrm>
            <a:off x="1118150" y="2343150"/>
            <a:ext cx="1341900" cy="15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3853" name="Google Shape;3853;p16"/>
          <p:cNvSpPr/>
          <p:nvPr/>
        </p:nvSpPr>
        <p:spPr>
          <a:xfrm>
            <a:off x="5854975" y="2343150"/>
            <a:ext cx="1341900" cy="15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3854" name="Google Shape;3854;p16"/>
          <p:cNvSpPr/>
          <p:nvPr/>
        </p:nvSpPr>
        <p:spPr>
          <a:xfrm>
            <a:off x="2599700" y="2459925"/>
            <a:ext cx="3130200" cy="5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3855" name="Google Shape;3855;p16"/>
          <p:cNvSpPr/>
          <p:nvPr/>
        </p:nvSpPr>
        <p:spPr>
          <a:xfrm>
            <a:off x="2523500" y="3279600"/>
            <a:ext cx="3151200" cy="545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9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17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Web Server </a:t>
            </a:r>
            <a:endParaRPr/>
          </a:p>
        </p:txBody>
      </p:sp>
      <p:sp>
        <p:nvSpPr>
          <p:cNvPr id="3861" name="Google Shape;3861;p17"/>
          <p:cNvSpPr/>
          <p:nvPr/>
        </p:nvSpPr>
        <p:spPr>
          <a:xfrm>
            <a:off x="1118150" y="2343150"/>
            <a:ext cx="1341900" cy="15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3862" name="Google Shape;3862;p17"/>
          <p:cNvSpPr/>
          <p:nvPr/>
        </p:nvSpPr>
        <p:spPr>
          <a:xfrm>
            <a:off x="5854975" y="2343150"/>
            <a:ext cx="1341900" cy="15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3863" name="Google Shape;3863;p17"/>
          <p:cNvSpPr/>
          <p:nvPr/>
        </p:nvSpPr>
        <p:spPr>
          <a:xfrm>
            <a:off x="2599700" y="2459925"/>
            <a:ext cx="3130200" cy="5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3864" name="Google Shape;3864;p17"/>
          <p:cNvSpPr/>
          <p:nvPr/>
        </p:nvSpPr>
        <p:spPr>
          <a:xfrm>
            <a:off x="2523500" y="3279600"/>
            <a:ext cx="3151200" cy="545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</a:t>
            </a:r>
            <a:endParaRPr/>
          </a:p>
        </p:txBody>
      </p:sp>
      <p:sp>
        <p:nvSpPr>
          <p:cNvPr id="3865" name="Google Shape;3865;p17"/>
          <p:cNvSpPr/>
          <p:nvPr/>
        </p:nvSpPr>
        <p:spPr>
          <a:xfrm>
            <a:off x="5940175" y="3410375"/>
            <a:ext cx="1174200" cy="335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Server</a:t>
            </a:r>
            <a:endParaRPr/>
          </a:p>
        </p:txBody>
      </p:sp>
      <p:sp>
        <p:nvSpPr>
          <p:cNvPr id="3866" name="Google Shape;3866;p17"/>
          <p:cNvSpPr/>
          <p:nvPr/>
        </p:nvSpPr>
        <p:spPr>
          <a:xfrm>
            <a:off x="5940175" y="2459925"/>
            <a:ext cx="1174200" cy="335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Mail </a:t>
            </a:r>
            <a:r>
              <a:rPr lang="en"/>
              <a:t>Server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0" name="Shape 3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" name="Google Shape;3871;p18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Web Pages </a:t>
            </a:r>
            <a:endParaRPr/>
          </a:p>
        </p:txBody>
      </p:sp>
      <p:sp>
        <p:nvSpPr>
          <p:cNvPr id="3872" name="Google Shape;3872;p18"/>
          <p:cNvSpPr/>
          <p:nvPr/>
        </p:nvSpPr>
        <p:spPr>
          <a:xfrm>
            <a:off x="419300" y="1596775"/>
            <a:ext cx="1982100" cy="322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3" name="Google Shape;3873;p18"/>
          <p:cNvSpPr/>
          <p:nvPr/>
        </p:nvSpPr>
        <p:spPr>
          <a:xfrm>
            <a:off x="5796325" y="1596775"/>
            <a:ext cx="1527600" cy="316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4" name="Google Shape;3874;p18"/>
          <p:cNvSpPr/>
          <p:nvPr/>
        </p:nvSpPr>
        <p:spPr>
          <a:xfrm>
            <a:off x="2909350" y="1841950"/>
            <a:ext cx="2300100" cy="11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3875" name="Google Shape;3875;p18"/>
          <p:cNvSpPr/>
          <p:nvPr/>
        </p:nvSpPr>
        <p:spPr>
          <a:xfrm>
            <a:off x="2909350" y="3562825"/>
            <a:ext cx="2188500" cy="1144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</a:t>
            </a:r>
            <a:endParaRPr/>
          </a:p>
        </p:txBody>
      </p:sp>
      <p:sp>
        <p:nvSpPr>
          <p:cNvPr id="3876" name="Google Shape;3876;p18"/>
          <p:cNvSpPr/>
          <p:nvPr/>
        </p:nvSpPr>
        <p:spPr>
          <a:xfrm flipH="1">
            <a:off x="5946175" y="1596775"/>
            <a:ext cx="413700" cy="1603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7" name="Google Shape;3877;p18"/>
          <p:cNvSpPr/>
          <p:nvPr/>
        </p:nvSpPr>
        <p:spPr>
          <a:xfrm flipH="1">
            <a:off x="6634825" y="1596775"/>
            <a:ext cx="503400" cy="3169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8" name="Google Shape;3878;p18"/>
          <p:cNvSpPr txBox="1"/>
          <p:nvPr/>
        </p:nvSpPr>
        <p:spPr>
          <a:xfrm rot="-5400000">
            <a:off x="5607913" y="2237425"/>
            <a:ext cx="10902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Web Server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879" name="Google Shape;3879;p18"/>
          <p:cNvSpPr txBox="1"/>
          <p:nvPr/>
        </p:nvSpPr>
        <p:spPr>
          <a:xfrm rot="-5400000">
            <a:off x="6296513" y="3952975"/>
            <a:ext cx="10902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File System 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grpSp>
        <p:nvGrpSpPr>
          <p:cNvPr id="3880" name="Google Shape;3880;p18"/>
          <p:cNvGrpSpPr/>
          <p:nvPr/>
        </p:nvGrpSpPr>
        <p:grpSpPr>
          <a:xfrm>
            <a:off x="6690000" y="1553875"/>
            <a:ext cx="363900" cy="2096400"/>
            <a:chOff x="354400" y="1886300"/>
            <a:chExt cx="363900" cy="2096400"/>
          </a:xfrm>
        </p:grpSpPr>
        <p:sp>
          <p:nvSpPr>
            <p:cNvPr id="3881" name="Google Shape;3881;p18"/>
            <p:cNvSpPr/>
            <p:nvPr/>
          </p:nvSpPr>
          <p:spPr>
            <a:xfrm>
              <a:off x="354400" y="1970750"/>
              <a:ext cx="363900" cy="1927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18"/>
            <p:cNvSpPr txBox="1"/>
            <p:nvPr/>
          </p:nvSpPr>
          <p:spPr>
            <a:xfrm rot="-5400000">
              <a:off x="-511850" y="2752550"/>
              <a:ext cx="20964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Web Server Storage Area</a:t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pic>
        <p:nvPicPr>
          <p:cNvPr id="3883" name="Google Shape;38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46" y="174862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4" name="Google Shape;3884;p18"/>
          <p:cNvSpPr txBox="1"/>
          <p:nvPr/>
        </p:nvSpPr>
        <p:spPr>
          <a:xfrm>
            <a:off x="1061450" y="4765975"/>
            <a:ext cx="697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Client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885" name="Google Shape;3885;p18"/>
          <p:cNvSpPr txBox="1"/>
          <p:nvPr/>
        </p:nvSpPr>
        <p:spPr>
          <a:xfrm>
            <a:off x="6211225" y="4765975"/>
            <a:ext cx="697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Server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886" name="Google Shape;3886;p18"/>
          <p:cNvSpPr/>
          <p:nvPr/>
        </p:nvSpPr>
        <p:spPr>
          <a:xfrm flipH="1">
            <a:off x="1860350" y="1639675"/>
            <a:ext cx="503400" cy="3169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7" name="Google Shape;3887;p18"/>
          <p:cNvSpPr txBox="1"/>
          <p:nvPr/>
        </p:nvSpPr>
        <p:spPr>
          <a:xfrm rot="-5400000">
            <a:off x="1634325" y="1990450"/>
            <a:ext cx="899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Browser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grpSp>
        <p:nvGrpSpPr>
          <p:cNvPr id="3888" name="Google Shape;3888;p18"/>
          <p:cNvGrpSpPr/>
          <p:nvPr/>
        </p:nvGrpSpPr>
        <p:grpSpPr>
          <a:xfrm>
            <a:off x="1915525" y="2748025"/>
            <a:ext cx="369050" cy="1927500"/>
            <a:chOff x="354400" y="2961350"/>
            <a:chExt cx="369050" cy="1927500"/>
          </a:xfrm>
        </p:grpSpPr>
        <p:sp>
          <p:nvSpPr>
            <p:cNvPr id="3889" name="Google Shape;3889;p18"/>
            <p:cNvSpPr/>
            <p:nvPr/>
          </p:nvSpPr>
          <p:spPr>
            <a:xfrm>
              <a:off x="354400" y="2961350"/>
              <a:ext cx="363900" cy="1927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18"/>
            <p:cNvSpPr txBox="1"/>
            <p:nvPr/>
          </p:nvSpPr>
          <p:spPr>
            <a:xfrm rot="-5400000">
              <a:off x="-223050" y="3838150"/>
              <a:ext cx="15291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Rendering Engine</a:t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cxnSp>
        <p:nvCxnSpPr>
          <p:cNvPr id="3891" name="Google Shape;3891;p18"/>
          <p:cNvCxnSpPr>
            <a:stCxn id="3890" idx="0"/>
            <a:endCxn id="3883" idx="2"/>
          </p:cNvCxnSpPr>
          <p:nvPr/>
        </p:nvCxnSpPr>
        <p:spPr>
          <a:xfrm rot="10800000">
            <a:off x="939975" y="2606175"/>
            <a:ext cx="980700" cy="1200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2" name="Google Shape;3892;p18"/>
          <p:cNvCxnSpPr>
            <a:stCxn id="3883" idx="3"/>
            <a:endCxn id="3887" idx="0"/>
          </p:cNvCxnSpPr>
          <p:nvPr/>
        </p:nvCxnSpPr>
        <p:spPr>
          <a:xfrm flipH="1" rot="10800000">
            <a:off x="1368746" y="2172525"/>
            <a:ext cx="5334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3" name="Google Shape;3893;p18"/>
          <p:cNvCxnSpPr>
            <a:stCxn id="3874" idx="3"/>
            <a:endCxn id="3878" idx="0"/>
          </p:cNvCxnSpPr>
          <p:nvPr/>
        </p:nvCxnSpPr>
        <p:spPr>
          <a:xfrm>
            <a:off x="5209450" y="2414050"/>
            <a:ext cx="761700" cy="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4" name="Google Shape;3894;p18"/>
          <p:cNvCxnSpPr>
            <a:stCxn id="3878" idx="2"/>
            <a:endCxn id="3882" idx="0"/>
          </p:cNvCxnSpPr>
          <p:nvPr/>
        </p:nvCxnSpPr>
        <p:spPr>
          <a:xfrm>
            <a:off x="6334963" y="2419375"/>
            <a:ext cx="354900" cy="18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95" name="Google Shape;3895;p18"/>
          <p:cNvCxnSpPr>
            <a:stCxn id="3876" idx="2"/>
            <a:endCxn id="3875" idx="3"/>
          </p:cNvCxnSpPr>
          <p:nvPr/>
        </p:nvCxnSpPr>
        <p:spPr>
          <a:xfrm rot="5400000">
            <a:off x="5158225" y="3140275"/>
            <a:ext cx="934500" cy="1055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6" name="Google Shape;3896;p18"/>
          <p:cNvCxnSpPr>
            <a:stCxn id="3875" idx="1"/>
            <a:endCxn id="3890" idx="2"/>
          </p:cNvCxnSpPr>
          <p:nvPr/>
        </p:nvCxnSpPr>
        <p:spPr>
          <a:xfrm rot="10800000">
            <a:off x="2284450" y="3806725"/>
            <a:ext cx="624900" cy="32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7" name="Google Shape;3897;p18"/>
          <p:cNvCxnSpPr>
            <a:stCxn id="3887" idx="2"/>
            <a:endCxn id="3874" idx="1"/>
          </p:cNvCxnSpPr>
          <p:nvPr/>
        </p:nvCxnSpPr>
        <p:spPr>
          <a:xfrm>
            <a:off x="2266125" y="2172400"/>
            <a:ext cx="643200" cy="24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19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Web Pages</a:t>
            </a:r>
            <a:endParaRPr/>
          </a:p>
        </p:txBody>
      </p:sp>
      <p:sp>
        <p:nvSpPr>
          <p:cNvPr id="3903" name="Google Shape;3903;p19"/>
          <p:cNvSpPr/>
          <p:nvPr/>
        </p:nvSpPr>
        <p:spPr>
          <a:xfrm>
            <a:off x="419300" y="1596775"/>
            <a:ext cx="1982100" cy="322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4" name="Google Shape;3904;p19"/>
          <p:cNvSpPr/>
          <p:nvPr/>
        </p:nvSpPr>
        <p:spPr>
          <a:xfrm>
            <a:off x="4572000" y="1596775"/>
            <a:ext cx="2751900" cy="316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5" name="Google Shape;3905;p19"/>
          <p:cNvSpPr/>
          <p:nvPr/>
        </p:nvSpPr>
        <p:spPr>
          <a:xfrm>
            <a:off x="2909350" y="1841950"/>
            <a:ext cx="1274400" cy="11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3906" name="Google Shape;3906;p19"/>
          <p:cNvSpPr/>
          <p:nvPr/>
        </p:nvSpPr>
        <p:spPr>
          <a:xfrm>
            <a:off x="2909350" y="3562825"/>
            <a:ext cx="1274400" cy="1144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</a:t>
            </a:r>
            <a:endParaRPr/>
          </a:p>
        </p:txBody>
      </p:sp>
      <p:sp>
        <p:nvSpPr>
          <p:cNvPr id="3907" name="Google Shape;3907;p19"/>
          <p:cNvSpPr/>
          <p:nvPr/>
        </p:nvSpPr>
        <p:spPr>
          <a:xfrm flipH="1">
            <a:off x="4691700" y="1596775"/>
            <a:ext cx="413700" cy="1603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p19"/>
          <p:cNvSpPr/>
          <p:nvPr/>
        </p:nvSpPr>
        <p:spPr>
          <a:xfrm flipH="1">
            <a:off x="5948950" y="1596775"/>
            <a:ext cx="1039500" cy="2096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19"/>
          <p:cNvSpPr txBox="1"/>
          <p:nvPr/>
        </p:nvSpPr>
        <p:spPr>
          <a:xfrm rot="-5400000">
            <a:off x="4328538" y="2216725"/>
            <a:ext cx="10902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Web Server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10" name="Google Shape;3910;p19"/>
          <p:cNvSpPr txBox="1"/>
          <p:nvPr/>
        </p:nvSpPr>
        <p:spPr>
          <a:xfrm rot="-5400000">
            <a:off x="6148488" y="2318425"/>
            <a:ext cx="10902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File System 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grpSp>
        <p:nvGrpSpPr>
          <p:cNvPr id="3911" name="Google Shape;3911;p19"/>
          <p:cNvGrpSpPr/>
          <p:nvPr/>
        </p:nvGrpSpPr>
        <p:grpSpPr>
          <a:xfrm>
            <a:off x="6004200" y="1553875"/>
            <a:ext cx="363900" cy="2096400"/>
            <a:chOff x="-331400" y="1886300"/>
            <a:chExt cx="363900" cy="2096400"/>
          </a:xfrm>
        </p:grpSpPr>
        <p:sp>
          <p:nvSpPr>
            <p:cNvPr id="3912" name="Google Shape;3912;p19"/>
            <p:cNvSpPr/>
            <p:nvPr/>
          </p:nvSpPr>
          <p:spPr>
            <a:xfrm>
              <a:off x="-331400" y="1970750"/>
              <a:ext cx="363900" cy="1927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19"/>
            <p:cNvSpPr txBox="1"/>
            <p:nvPr/>
          </p:nvSpPr>
          <p:spPr>
            <a:xfrm rot="-5400000">
              <a:off x="-1197650" y="2752550"/>
              <a:ext cx="20964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Web Server Storage Area</a:t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pic>
        <p:nvPicPr>
          <p:cNvPr id="3914" name="Google Shape;39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46" y="174862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5" name="Google Shape;3915;p19"/>
          <p:cNvSpPr txBox="1"/>
          <p:nvPr/>
        </p:nvSpPr>
        <p:spPr>
          <a:xfrm>
            <a:off x="1061450" y="4765975"/>
            <a:ext cx="697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Client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16" name="Google Shape;3916;p19"/>
          <p:cNvSpPr txBox="1"/>
          <p:nvPr/>
        </p:nvSpPr>
        <p:spPr>
          <a:xfrm>
            <a:off x="6211225" y="4765975"/>
            <a:ext cx="697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Server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17" name="Google Shape;3917;p19"/>
          <p:cNvSpPr/>
          <p:nvPr/>
        </p:nvSpPr>
        <p:spPr>
          <a:xfrm flipH="1">
            <a:off x="1860350" y="1639675"/>
            <a:ext cx="503400" cy="3169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8" name="Google Shape;3918;p19"/>
          <p:cNvSpPr txBox="1"/>
          <p:nvPr/>
        </p:nvSpPr>
        <p:spPr>
          <a:xfrm rot="-5400000">
            <a:off x="1634325" y="1990450"/>
            <a:ext cx="899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Browser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grpSp>
        <p:nvGrpSpPr>
          <p:cNvPr id="3919" name="Google Shape;3919;p19"/>
          <p:cNvGrpSpPr/>
          <p:nvPr/>
        </p:nvGrpSpPr>
        <p:grpSpPr>
          <a:xfrm>
            <a:off x="1915525" y="2748025"/>
            <a:ext cx="369050" cy="1927500"/>
            <a:chOff x="354400" y="2961350"/>
            <a:chExt cx="369050" cy="1927500"/>
          </a:xfrm>
        </p:grpSpPr>
        <p:sp>
          <p:nvSpPr>
            <p:cNvPr id="3920" name="Google Shape;3920;p19"/>
            <p:cNvSpPr/>
            <p:nvPr/>
          </p:nvSpPr>
          <p:spPr>
            <a:xfrm>
              <a:off x="354400" y="2961350"/>
              <a:ext cx="363900" cy="1927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19"/>
            <p:cNvSpPr txBox="1"/>
            <p:nvPr/>
          </p:nvSpPr>
          <p:spPr>
            <a:xfrm rot="-5400000">
              <a:off x="-223050" y="3838150"/>
              <a:ext cx="15291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Rendering Engine</a:t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cxnSp>
        <p:nvCxnSpPr>
          <p:cNvPr id="3922" name="Google Shape;3922;p19"/>
          <p:cNvCxnSpPr>
            <a:stCxn id="3921" idx="0"/>
            <a:endCxn id="3914" idx="2"/>
          </p:cNvCxnSpPr>
          <p:nvPr/>
        </p:nvCxnSpPr>
        <p:spPr>
          <a:xfrm rot="10800000">
            <a:off x="939975" y="2606175"/>
            <a:ext cx="980700" cy="1200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3" name="Google Shape;3923;p19"/>
          <p:cNvCxnSpPr>
            <a:stCxn id="3914" idx="3"/>
            <a:endCxn id="3918" idx="0"/>
          </p:cNvCxnSpPr>
          <p:nvPr/>
        </p:nvCxnSpPr>
        <p:spPr>
          <a:xfrm flipH="1" rot="10800000">
            <a:off x="1368746" y="2172525"/>
            <a:ext cx="5334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4" name="Google Shape;3924;p19"/>
          <p:cNvCxnSpPr>
            <a:stCxn id="3905" idx="3"/>
            <a:endCxn id="3909" idx="0"/>
          </p:cNvCxnSpPr>
          <p:nvPr/>
        </p:nvCxnSpPr>
        <p:spPr>
          <a:xfrm flipH="1" rot="10800000">
            <a:off x="4183750" y="2398750"/>
            <a:ext cx="507900" cy="1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5" name="Google Shape;3925;p19"/>
          <p:cNvCxnSpPr>
            <a:stCxn id="3909" idx="2"/>
            <a:endCxn id="3913" idx="0"/>
          </p:cNvCxnSpPr>
          <p:nvPr/>
        </p:nvCxnSpPr>
        <p:spPr>
          <a:xfrm>
            <a:off x="5055588" y="2398675"/>
            <a:ext cx="948600" cy="20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26" name="Google Shape;3926;p19"/>
          <p:cNvCxnSpPr>
            <a:stCxn id="3907" idx="2"/>
            <a:endCxn id="3906" idx="3"/>
          </p:cNvCxnSpPr>
          <p:nvPr/>
        </p:nvCxnSpPr>
        <p:spPr>
          <a:xfrm rot="5400000">
            <a:off x="4073850" y="3310375"/>
            <a:ext cx="934500" cy="714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7" name="Google Shape;3927;p19"/>
          <p:cNvCxnSpPr>
            <a:stCxn id="3906" idx="1"/>
            <a:endCxn id="3921" idx="2"/>
          </p:cNvCxnSpPr>
          <p:nvPr/>
        </p:nvCxnSpPr>
        <p:spPr>
          <a:xfrm rot="10800000">
            <a:off x="2284450" y="3806725"/>
            <a:ext cx="624900" cy="32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8" name="Google Shape;3928;p19"/>
          <p:cNvCxnSpPr>
            <a:stCxn id="3918" idx="2"/>
            <a:endCxn id="3905" idx="1"/>
          </p:cNvCxnSpPr>
          <p:nvPr/>
        </p:nvCxnSpPr>
        <p:spPr>
          <a:xfrm>
            <a:off x="2266125" y="2172400"/>
            <a:ext cx="643200" cy="24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9" name="Google Shape;3929;p19"/>
          <p:cNvSpPr/>
          <p:nvPr/>
        </p:nvSpPr>
        <p:spPr>
          <a:xfrm>
            <a:off x="5290925" y="3472575"/>
            <a:ext cx="503400" cy="1283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19"/>
          <p:cNvSpPr txBox="1"/>
          <p:nvPr/>
        </p:nvSpPr>
        <p:spPr>
          <a:xfrm rot="-5400000">
            <a:off x="4997513" y="3932475"/>
            <a:ext cx="10902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tillium Web Light"/>
                <a:ea typeface="Titillium Web Light"/>
                <a:cs typeface="Titillium Web Light"/>
                <a:sym typeface="Titillium Web Light"/>
              </a:rPr>
              <a:t>Interpreter</a:t>
            </a:r>
            <a:endParaRPr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31" name="Google Shape;3931;p19"/>
          <p:cNvSpPr/>
          <p:nvPr/>
        </p:nvSpPr>
        <p:spPr>
          <a:xfrm>
            <a:off x="6232350" y="3871600"/>
            <a:ext cx="948600" cy="787925"/>
          </a:xfrm>
          <a:prstGeom prst="flowChartMagneticDisk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cxnSp>
        <p:nvCxnSpPr>
          <p:cNvPr id="3932" name="Google Shape;3932;p19"/>
          <p:cNvCxnSpPr>
            <a:stCxn id="3930" idx="2"/>
            <a:endCxn id="3931" idx="2"/>
          </p:cNvCxnSpPr>
          <p:nvPr/>
        </p:nvCxnSpPr>
        <p:spPr>
          <a:xfrm>
            <a:off x="5724563" y="4114425"/>
            <a:ext cx="507900" cy="15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33" name="Google Shape;3933;p19"/>
          <p:cNvCxnSpPr>
            <a:stCxn id="3909" idx="1"/>
            <a:endCxn id="3930" idx="3"/>
          </p:cNvCxnSpPr>
          <p:nvPr/>
        </p:nvCxnSpPr>
        <p:spPr>
          <a:xfrm>
            <a:off x="4873638" y="2943775"/>
            <a:ext cx="669000" cy="62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7" name="Shape 3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Google Shape;3938;p20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M</a:t>
            </a:r>
            <a:r>
              <a:rPr lang="en"/>
              <a:t>VC - Model </a:t>
            </a:r>
            <a:endParaRPr/>
          </a:p>
        </p:txBody>
      </p:sp>
      <p:sp>
        <p:nvSpPr>
          <p:cNvPr id="3939" name="Google Shape;3939;p20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 MVC design pattern, model is the data related logic such (INSERT - UPDATE - LIST - DELETE)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 model could be connected to either the View or the Controller depends on the the framework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21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V</a:t>
            </a:r>
            <a:r>
              <a:rPr lang="en"/>
              <a:t>C - View</a:t>
            </a:r>
            <a:endParaRPr/>
          </a:p>
        </p:txBody>
      </p:sp>
      <p:sp>
        <p:nvSpPr>
          <p:cNvPr id="3945" name="Google Shape;3945;p21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 MVC design pattern, View is what user sees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This would have your frontend code such as HTML, CSS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 general, the view has bi-directional connection to the controller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 some framework, the view might be updated by the model component.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9" name="Shape 3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Google Shape;3950;p22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C</a:t>
            </a:r>
            <a:r>
              <a:rPr lang="en"/>
              <a:t> - Controller </a:t>
            </a:r>
            <a:endParaRPr/>
          </a:p>
        </p:txBody>
      </p:sp>
      <p:sp>
        <p:nvSpPr>
          <p:cNvPr id="3951" name="Google Shape;3951;p22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 MVC design pattern, Controller is intermediary component that glues the view and the model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 controller has bi-directional link between the model and the view.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All business logic would be implemented in the controller.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5" name="Shape 3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Google Shape;3956;p23"/>
          <p:cNvSpPr/>
          <p:nvPr/>
        </p:nvSpPr>
        <p:spPr>
          <a:xfrm>
            <a:off x="476250" y="2023008"/>
            <a:ext cx="3811638" cy="86256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wbray template">
  <a:themeElements>
    <a:clrScheme name="Custom 347">
      <a:dk1>
        <a:srgbClr val="003B55"/>
      </a:dk1>
      <a:lt1>
        <a:srgbClr val="FFFFFF"/>
      </a:lt1>
      <a:dk2>
        <a:srgbClr val="0B87A1"/>
      </a:dk2>
      <a:lt2>
        <a:srgbClr val="EEF1EE"/>
      </a:lt2>
      <a:accent1>
        <a:srgbClr val="D3EBD5"/>
      </a:accent1>
      <a:accent2>
        <a:srgbClr val="80BFB7"/>
      </a:accent2>
      <a:accent3>
        <a:srgbClr val="0B87A1"/>
      </a:accent3>
      <a:accent4>
        <a:srgbClr val="01597F"/>
      </a:accent4>
      <a:accent5>
        <a:srgbClr val="003B55"/>
      </a:accent5>
      <a:accent6>
        <a:srgbClr val="001120"/>
      </a:accent6>
      <a:hlink>
        <a:srgbClr val="01597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