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8494" y="1509713"/>
            <a:ext cx="494701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Arrays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098494" y="2551063"/>
            <a:ext cx="49470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Multiple Values in Single Variable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98494" y="3192363"/>
            <a:ext cx="49470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• Associative • Multidimensional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450" y="873026"/>
            <a:ext cx="8509099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Array?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7450" y="1145977"/>
            <a:ext cx="4064050" cy="1434852"/>
          </a:xfrm>
          <a:prstGeom prst="roundRect">
            <a:avLst>
              <a:gd name="adj" fmla="val 7081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351" y="1399877"/>
            <a:ext cx="36273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array is a special variable that can hold many values under a single name.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351" y="2060228"/>
            <a:ext cx="36273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values by index number or name.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450" y="2771329"/>
            <a:ext cx="4064050" cy="83820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50" y="2999929"/>
            <a:ext cx="3756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 = array("Volvo", "BMW", "Toyota");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3209479"/>
            <a:ext cx="3756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variable, three values!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0" y="1145977"/>
            <a:ext cx="4064050" cy="1620589"/>
          </a:xfrm>
          <a:prstGeom prst="roundRect">
            <a:avLst>
              <a:gd name="adj" fmla="val 62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62525" y="1346002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Array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2525" y="1711077"/>
            <a:ext cx="3664000" cy="7920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Arrays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Numeric index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Associative Arrays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Named keys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 Arrays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Arrays of arrays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Arrays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917377"/>
            <a:ext cx="4222849" cy="1294954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3926" y="1117402"/>
            <a:ext cx="38992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array() Function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3926" y="1463427"/>
            <a:ext cx="3822799" cy="447377"/>
          </a:xfrm>
          <a:prstGeom prst="roundRect">
            <a:avLst>
              <a:gd name="adj" fmla="val 170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876" y="1615678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7250" y="917377"/>
            <a:ext cx="4222849" cy="1294954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67275" y="1117402"/>
            <a:ext cx="38992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Syntax []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67275" y="1463427"/>
            <a:ext cx="3822799" cy="447377"/>
          </a:xfrm>
          <a:prstGeom prst="roundRect">
            <a:avLst>
              <a:gd name="adj" fmla="val 170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94225" y="1615678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3901" y="2402830"/>
            <a:ext cx="4222849" cy="1799481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3926" y="2602855"/>
            <a:ext cx="38992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Array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926" y="2948880"/>
            <a:ext cx="3822799" cy="783729"/>
          </a:xfrm>
          <a:prstGeom prst="roundRect">
            <a:avLst>
              <a:gd name="adj" fmla="val 972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0876" y="3101132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876" y="3269307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876" y="3437483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7250" y="2402830"/>
            <a:ext cx="4222849" cy="1799481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7275" y="2602855"/>
            <a:ext cx="38992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Associative Array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7275" y="2948880"/>
            <a:ext cx="3822799" cy="951905"/>
          </a:xfrm>
          <a:prstGeom prst="roundRect">
            <a:avLst>
              <a:gd name="adj" fmla="val 80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94225" y="3101132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94225" y="3269307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"brand"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94225" y="3437483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"Mustang"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94225" y="3605659"/>
            <a:ext cx="3640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3901" y="4392811"/>
            <a:ext cx="8636198" cy="485775"/>
          </a:xfrm>
          <a:prstGeom prst="roundRect">
            <a:avLst>
              <a:gd name="adj" fmla="val 1568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6301" y="4545211"/>
            <a:ext cx="84980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Note: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Trailing comma is allowed, and arrays can span multiple lines for readability.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Arrays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4159448" cy="1535906"/>
          </a:xfrm>
          <a:prstGeom prst="roundRect">
            <a:avLst>
              <a:gd name="adj" fmla="val 6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5826" y="1015901"/>
            <a:ext cx="3912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&amp; Access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5826" y="1326952"/>
            <a:ext cx="3835598" cy="901005"/>
          </a:xfrm>
          <a:prstGeom prst="roundRect">
            <a:avLst>
              <a:gd name="adj" fmla="val 84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1453753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 = ["Volvo", "BMW", "Toyota"];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7327" y="1621929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$cars[0]; // Volvo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327" y="1790105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$cars[1]; // BMW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327" y="1958280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$cars[2]; // Toyota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01" y="2542282"/>
            <a:ext cx="4159448" cy="1367730"/>
          </a:xfrm>
          <a:prstGeom prst="roundRect">
            <a:avLst>
              <a:gd name="adj" fmla="val 7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5826" y="2704207"/>
            <a:ext cx="3912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Through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5826" y="3015258"/>
            <a:ext cx="3835598" cy="732830"/>
          </a:xfrm>
          <a:prstGeom prst="roundRect">
            <a:avLst>
              <a:gd name="adj" fmla="val 103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7327" y="3142059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($cars as $car)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7327" y="3310235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7327" y="3478411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0800" y="853976"/>
            <a:ext cx="4159448" cy="1428601"/>
          </a:xfrm>
          <a:prstGeom prst="roundRect">
            <a:avLst>
              <a:gd name="adj" fmla="val 5334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8695" y="1019026"/>
            <a:ext cx="39836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695" y="1228576"/>
            <a:ext cx="39836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[0] → "Volvo"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695" y="1438126"/>
            <a:ext cx="39836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→ "BMW"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695" y="1647676"/>
            <a:ext cx="39836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→ "Toyota"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695" y="1946077"/>
            <a:ext cx="39836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item = index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0800" y="2282577"/>
            <a:ext cx="4159448" cy="1199555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92725" y="2444502"/>
            <a:ext cx="3912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Value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725" y="2755553"/>
            <a:ext cx="3835598" cy="564654"/>
          </a:xfrm>
          <a:prstGeom prst="roundRect">
            <a:avLst>
              <a:gd name="adj" fmla="val 134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94225" y="2882354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$cars[1] = "Ford";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94225" y="3050530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Now: ["Volvo", "Ford", "Toyota"]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Associative Arrays - Named Keys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4991249" cy="1793081"/>
          </a:xfrm>
          <a:prstGeom prst="roundRect">
            <a:avLst>
              <a:gd name="adj" fmla="val 56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006376"/>
            <a:ext cx="47801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&amp; Access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01" y="1317427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 = [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485602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"brand" =&gt; "Ford",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1653778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 =&gt; "Mustang",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6301" y="1821954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"year" =&gt; 1964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1990130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301" y="2158305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$car["brand"]; // Ford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326481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$car["year"]; // 1964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3901" y="2799457"/>
            <a:ext cx="4991249" cy="1120378"/>
          </a:xfrm>
          <a:prstGeom prst="roundRect">
            <a:avLst>
              <a:gd name="adj" fmla="val 9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6301" y="2951857"/>
            <a:ext cx="47801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with Keys &amp; Values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301" y="3262908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($car as $key =&gt; $value) 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3431084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"$key: $value";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301" y="3599259"/>
            <a:ext cx="4780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62600" y="853976"/>
            <a:ext cx="3327499" cy="1460153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72150" y="1063526"/>
            <a:ext cx="29665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→ Value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72150" y="1400026"/>
            <a:ext cx="2966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"brand" → "Ford"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72150" y="1634877"/>
            <a:ext cx="2966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"model" → "Mustang"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72150" y="1869728"/>
            <a:ext cx="2966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"year" → 1964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62600" y="2466529"/>
            <a:ext cx="3327499" cy="634901"/>
          </a:xfrm>
          <a:prstGeom prst="roundRect">
            <a:avLst>
              <a:gd name="adj" fmla="val 1200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89550" y="2593479"/>
            <a:ext cx="3135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89550" y="2783979"/>
            <a:ext cx="3135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$car["year"] = 2024;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 Arrays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4191149" cy="1707059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851" y="968127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 = [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0851" y="1126778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["Volvo", 22, 18],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0851" y="1285429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["BMW", 15, 13],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0851" y="1444079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["Saab", 5, 2]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0851" y="1602730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0851" y="1761381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elements: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0851" y="1920032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$cars[0][0]; // Volvo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0851" y="2078682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$cars[0][1]; //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0851" y="2237333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$cars[1][0]; // BMW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3901" y="2649885"/>
            <a:ext cx="4191149" cy="1231106"/>
          </a:xfrm>
          <a:prstGeom prst="roundRect">
            <a:avLst>
              <a:gd name="adj" fmla="val 82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0851" y="2802136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 through 2D array: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0851" y="2960787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($cars as $car)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851" y="3119438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($car as $data)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0851" y="3278088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$data;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0851" y="3436739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0851" y="3595390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815876"/>
            <a:ext cx="4191149" cy="1437382"/>
          </a:xfrm>
          <a:prstGeom prst="roundRect">
            <a:avLst>
              <a:gd name="adj" fmla="val 70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98950" y="2380208"/>
            <a:ext cx="4191149" cy="634901"/>
          </a:xfrm>
          <a:prstGeom prst="roundRect">
            <a:avLst>
              <a:gd name="adj" fmla="val 12002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2507159"/>
            <a:ext cx="4015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Array:</a:t>
            </a:r>
            <a:pPr algn="l"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[row][column]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5901" y="2697659"/>
            <a:ext cx="4015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$cars[0][1] = Row 0, Col 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Array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4222849" cy="1339155"/>
          </a:xfrm>
          <a:prstGeom prst="roundRect">
            <a:avLst>
              <a:gd name="adj" fmla="val 75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5826" y="1015901"/>
            <a:ext cx="3976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Indexed Array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5826" y="1326952"/>
            <a:ext cx="3898999" cy="704255"/>
          </a:xfrm>
          <a:prstGeom prst="roundRect">
            <a:avLst>
              <a:gd name="adj" fmla="val 1082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1453753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$fruits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7327" y="1612404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$fruits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327" y="1771055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["Apple", "Banana", "Orange"]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0" y="853976"/>
            <a:ext cx="4222849" cy="1339155"/>
          </a:xfrm>
          <a:prstGeom prst="roundRect">
            <a:avLst>
              <a:gd name="adj" fmla="val 75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9175" y="1015901"/>
            <a:ext cx="3976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Associative Array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9175" y="1326952"/>
            <a:ext cx="3898999" cy="545604"/>
          </a:xfrm>
          <a:prstGeom prst="roundRect">
            <a:avLst>
              <a:gd name="adj" fmla="val 139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30676" y="1453753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"brand"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0676" y="1612404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901" y="2383631"/>
            <a:ext cx="4222849" cy="1180505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5826" y="2545556"/>
            <a:ext cx="3976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array_push() - Multiple Items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5826" y="2856607"/>
            <a:ext cx="3898999" cy="545604"/>
          </a:xfrm>
          <a:prstGeom prst="roundRect">
            <a:avLst>
              <a:gd name="adj" fmla="val 139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327" y="2983409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$fruits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7327" y="3142059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array_push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$fruits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2383631"/>
            <a:ext cx="4222849" cy="1180505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545556"/>
            <a:ext cx="3976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 Operator for Associative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9175" y="2856607"/>
            <a:ext cx="3898999" cy="545604"/>
          </a:xfrm>
          <a:prstGeom prst="roundRect">
            <a:avLst>
              <a:gd name="adj" fmla="val 139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0676" y="2983409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"brand"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0676" y="3142059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2024];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9382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Array Items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90500" y="752475"/>
            <a:ext cx="4305300" cy="1444228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6975" y="888950"/>
            <a:ext cx="4112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array_splice() - Reindexes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6975" y="1165175"/>
            <a:ext cx="4032349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3175" y="1254026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 = ["A", "B", "C"];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3175" y="1380976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array_splice($arr, 1, 1);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3175" y="1507927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["A", "C"] - reindexed!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48200" y="752475"/>
            <a:ext cx="4305300" cy="1444228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84675" y="888950"/>
            <a:ext cx="4112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unset() - Keeps Gaps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84675" y="1165175"/>
            <a:ext cx="4032349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0875" y="1254026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 = ["A", "B", "C"];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0875" y="1380976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unset($arr[1]);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60875" y="1507927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[0=&gt;"A", 2=&gt;"C"] - gap!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84675" y="1774478"/>
            <a:ext cx="4032349" cy="285750"/>
          </a:xfrm>
          <a:prstGeom prst="roundRect">
            <a:avLst>
              <a:gd name="adj" fmla="val 1777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60875" y="1850678"/>
            <a:ext cx="3957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No reindexing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0500" y="2349103"/>
            <a:ext cx="4305300" cy="115847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6975" y="2485579"/>
            <a:ext cx="4112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array_pop() - Remove Last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6975" y="2761804"/>
            <a:ext cx="4032349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3175" y="2850654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 = ["A", "B", "C"];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3175" y="2977604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array_pop($arr);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3175" y="3104555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["A", "B"]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48200" y="2349103"/>
            <a:ext cx="4305300" cy="115847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84675" y="2485579"/>
            <a:ext cx="4112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array_shift() - Remove First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84675" y="2761804"/>
            <a:ext cx="4032349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0875" y="2850654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 = ["A", "B", "C"];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60875" y="2977604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array_shift($arr);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0875" y="3104555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["B", "C"]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0500" y="3659981"/>
            <a:ext cx="4305300" cy="115847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975" y="3796457"/>
            <a:ext cx="4112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from Associative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6975" y="4072682"/>
            <a:ext cx="4032349" cy="418951"/>
          </a:xfrm>
          <a:prstGeom prst="roundRect">
            <a:avLst>
              <a:gd name="adj" fmla="val 121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3175" y="4161532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 = ["brand"=&gt;"Ford", "year"=&gt;2024];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3175" y="4288482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unset($car["year"]);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8200" y="3659981"/>
            <a:ext cx="4305300" cy="115847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84675" y="3796457"/>
            <a:ext cx="4112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Multiple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84675" y="4072682"/>
            <a:ext cx="4032349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60875" y="4161532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unset($arr[0], $arr[2]);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0875" y="4288482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60875" y="4415433"/>
            <a:ext cx="3957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array_splice($arr, 1, 2);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Array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4159448" cy="1367730"/>
          </a:xfrm>
          <a:prstGeom prst="roundRect">
            <a:avLst>
              <a:gd name="adj" fmla="val 7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5826" y="1015901"/>
            <a:ext cx="3912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by Index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5826" y="1326952"/>
            <a:ext cx="3835598" cy="732830"/>
          </a:xfrm>
          <a:prstGeom prst="roundRect">
            <a:avLst>
              <a:gd name="adj" fmla="val 103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1453753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 = ["Volvo", "BMW"];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7327" y="1621929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$cars[1] = "Ford";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327" y="1790105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["Volvo", "Ford"]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901" y="2374106"/>
            <a:ext cx="4159448" cy="1199555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5826" y="2536031"/>
            <a:ext cx="3912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by Key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5826" y="2847082"/>
            <a:ext cx="3835598" cy="564654"/>
          </a:xfrm>
          <a:prstGeom prst="roundRect">
            <a:avLst>
              <a:gd name="adj" fmla="val 134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7327" y="2973884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 = ["year" =&gt; 1964];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327" y="3142059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$car["year"] = 2024;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0800" y="853976"/>
            <a:ext cx="4159448" cy="1535906"/>
          </a:xfrm>
          <a:prstGeom prst="roundRect">
            <a:avLst>
              <a:gd name="adj" fmla="val 6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2725" y="1015901"/>
            <a:ext cx="3912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 foreach (by Reference)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725" y="1326952"/>
            <a:ext cx="3835598" cy="901005"/>
          </a:xfrm>
          <a:prstGeom prst="roundRect">
            <a:avLst>
              <a:gd name="adj" fmla="val 84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94225" y="1453753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($arr as &amp;$value) 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94225" y="1621929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$value = strtoupper($value);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94225" y="1790105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94225" y="1958280"/>
            <a:ext cx="37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unset($value); // Important!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0800" y="2542282"/>
            <a:ext cx="4159448" cy="691753"/>
          </a:xfrm>
          <a:prstGeom prst="roundRect">
            <a:avLst>
              <a:gd name="adj" fmla="val 11015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76800" y="2713583"/>
            <a:ext cx="39447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Remember: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6800" y="2910334"/>
            <a:ext cx="39447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unset() after foreach by reference!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9382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Array Functions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669875"/>
            <a:ext cx="2114550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6225" y="755600"/>
            <a:ext cx="198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6225" y="936575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elements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6225" y="1063526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count($arr)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06551" y="669875"/>
            <a:ext cx="2114699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92276" y="755600"/>
            <a:ext cx="1982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array_push()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92276" y="936575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92276" y="1063526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array_push($arr, $v)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22750" y="669875"/>
            <a:ext cx="2114550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08475" y="755600"/>
            <a:ext cx="198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array_pop()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8475" y="936575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last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8475" y="1063526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array_pop($arr)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38801" y="669875"/>
            <a:ext cx="2114699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24526" y="755600"/>
            <a:ext cx="1982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array_shift()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24526" y="936575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first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24526" y="1063526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array_shift($arr)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0500" y="1377702"/>
            <a:ext cx="2114550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6225" y="1463427"/>
            <a:ext cx="198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array_unshift()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6225" y="1644402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start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6225" y="1771352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array_unshift($arr)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06551" y="1377702"/>
            <a:ext cx="2114699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92276" y="1463427"/>
            <a:ext cx="1982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array_merge()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92276" y="1644402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arrays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92276" y="1771352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array_merge($a, $b)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22750" y="1377702"/>
            <a:ext cx="2114550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8475" y="1463427"/>
            <a:ext cx="198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array_keys()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8475" y="1644402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all keys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08475" y="1771352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array_keys($arr)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38801" y="1377702"/>
            <a:ext cx="2114699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24526" y="1463427"/>
            <a:ext cx="1982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array_values()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24526" y="1644402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all values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24526" y="1771352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array_values($arr)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0500" y="2085529"/>
            <a:ext cx="2114550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76225" y="2171254"/>
            <a:ext cx="198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in_array()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6225" y="2352229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exists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6225" y="2479179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in_array($v, $arr)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06551" y="2085529"/>
            <a:ext cx="2114699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492276" y="2171254"/>
            <a:ext cx="1982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array_search()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92276" y="2352229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key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92276" y="2479179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array_search($v)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22750" y="2085529"/>
            <a:ext cx="2114550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08475" y="2171254"/>
            <a:ext cx="198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8475" y="2352229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ascending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08475" y="2479179"/>
            <a:ext cx="1981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sort($arr)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38801" y="2085529"/>
            <a:ext cx="2114699" cy="606326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924526" y="2171254"/>
            <a:ext cx="1982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array_reverse()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24526" y="2352229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order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24526" y="2479179"/>
            <a:ext cx="1982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array_reverse($arr)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90500" y="2793355"/>
            <a:ext cx="8763000" cy="345877"/>
          </a:xfrm>
          <a:prstGeom prst="roundRect">
            <a:avLst>
              <a:gd name="adj" fmla="val 18359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06401" y="2894856"/>
            <a:ext cx="8731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array functions available!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5219" y="702171"/>
            <a:ext cx="66335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Arrays - Complete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940272" y="1422797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9191" y="1575197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79191" y="1838623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keys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79191" y="2006798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$arr[0]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5557" y="1422797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84477" y="1575197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4477" y="1838623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keys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4477" y="2006798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$arr["key"]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50843" y="1422797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9762" y="1575197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89762" y="1838623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arrays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89762" y="2006798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$arr[0][1]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40272" y="2479774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79191" y="2632174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79191" y="2895600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array() or []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79191" y="3063776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or with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5557" y="2479774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84477" y="2632174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4477" y="2895600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$arr[] = value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4477" y="3063776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array_push()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0843" y="2479774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9762" y="2632174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89762" y="2895600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unset(), splice()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89762" y="3063776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pop(), shift()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40272" y="3536752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79191" y="3689152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79191" y="3952577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index/key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79191" y="4120753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reference &amp;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5557" y="3536752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84477" y="3689152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4477" y="3952577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84477" y="4120753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for, while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50843" y="3536752"/>
            <a:ext cx="1652885" cy="904577"/>
          </a:xfrm>
          <a:prstGeom prst="roundRect">
            <a:avLst>
              <a:gd name="adj" fmla="val 842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89762" y="3689152"/>
            <a:ext cx="1375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89762" y="3952577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built-in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89762" y="4120753"/>
            <a:ext cx="1375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count(), sort()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Arrays - Complete Guide</dc:title>
  <dc:subject>PptxGenJS Presentation</dc:subject>
  <dc:creator>W3Schools PHP Tutorial</dc:creator>
  <cp:lastModifiedBy>W3Schools PHP Tutorial</cp:lastModifiedBy>
  <cp:revision>1</cp:revision>
  <dcterms:created xsi:type="dcterms:W3CDTF">2025-09-29T06:23:05Z</dcterms:created>
  <dcterms:modified xsi:type="dcterms:W3CDTF">2025-09-29T06:23:05Z</dcterms:modified>
</cp:coreProperties>
</file>