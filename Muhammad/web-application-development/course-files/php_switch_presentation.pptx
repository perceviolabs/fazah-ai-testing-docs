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06320" y="1578025"/>
            <a:ext cx="37313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4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{ }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46713" y="2517725"/>
            <a:ext cx="7450574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Switch Statement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861163" y="3552676"/>
            <a:ext cx="34215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of Many Code Blocks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Statement Syntax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374452"/>
          </a:xfrm>
          <a:prstGeom prst="rect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52475"/>
            <a:ext cx="0" cy="374452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726" y="853976"/>
            <a:ext cx="86048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Performs different actions based on different conditions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253877"/>
            <a:ext cx="8686800" cy="1960959"/>
          </a:xfrm>
          <a:prstGeom prst="roundRect">
            <a:avLst>
              <a:gd name="adj" fmla="val 3886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55550" y="1406128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(expression)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5550" y="1574304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label1: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5550" y="1742480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block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5550" y="1910655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5550" y="2078831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label2: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550" y="2247007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code block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5550" y="2415183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550" y="2583359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550" y="2751534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code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5550" y="2919710"/>
            <a:ext cx="8601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" y="3341787"/>
            <a:ext cx="8686800" cy="1561802"/>
          </a:xfrm>
          <a:prstGeom prst="roundRect">
            <a:avLst>
              <a:gd name="adj" fmla="val 487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5075" y="3478262"/>
            <a:ext cx="85821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075" y="3789313"/>
            <a:ext cx="8413849" cy="977801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4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is evaluated once</a:t>
            </a:r>
            <a:endParaRPr lang="en-US" sz="1100" dirty="0"/>
          </a:p>
          <a:p>
            <a:pPr algn="l" marL="127000" indent="-127000">
              <a:lnSpc>
                <a:spcPts val="154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compared with each case</a:t>
            </a:r>
            <a:endParaRPr lang="en-US" sz="1100" dirty="0"/>
          </a:p>
          <a:p>
            <a:pPr algn="l" marL="127000" indent="-127000">
              <a:lnSpc>
                <a:spcPts val="154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match found, code block executes</a:t>
            </a:r>
            <a:endParaRPr lang="en-US" sz="1100" dirty="0"/>
          </a:p>
          <a:p>
            <a:pPr algn="l" marL="127000" indent="-127000">
              <a:lnSpc>
                <a:spcPts val="154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exits the switch block</a:t>
            </a:r>
            <a:endParaRPr lang="en-US" sz="1100" dirty="0"/>
          </a:p>
          <a:p>
            <a:pPr algn="l" marL="127000" indent="-127000">
              <a:lnSpc>
                <a:spcPts val="1540"/>
              </a:lnSpc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runs if no match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Switch Example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3039814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075" y="888950"/>
            <a:ext cx="85821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 Color Example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075" y="1200001"/>
            <a:ext cx="8413849" cy="1973461"/>
          </a:xfrm>
          <a:prstGeom prst="roundRect">
            <a:avLst>
              <a:gd name="adj" fmla="val 2574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576" y="1326803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$favcolor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576" y="1485454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$favcolor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576" y="1644104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576" y="1802755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favorite color is red!"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576" y="1961406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576" y="2120057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576" y="2278707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 favorite color is blue!"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576" y="2437358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576" y="2596009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576" y="2754660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"Another color!"</a:t>
            </a:r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576" y="2913311"/>
            <a:ext cx="83750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075" y="3300413"/>
            <a:ext cx="8413849" cy="355402"/>
          </a:xfrm>
          <a:prstGeom prst="roundRect">
            <a:avLst>
              <a:gd name="adj" fmla="val 1429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6576" y="3401913"/>
            <a:ext cx="83750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Your favorite color is red!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Importance of break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2234357"/>
          </a:xfrm>
          <a:prstGeom prst="roundRect">
            <a:avLst>
              <a:gd name="adj" fmla="val 3410"/>
            </a:avLst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4600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With break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600" y="1209526"/>
            <a:ext cx="3975199" cy="1091654"/>
          </a:xfrm>
          <a:prstGeom prst="roundRect">
            <a:avLst>
              <a:gd name="adj" fmla="val 4653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6101" y="1323677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6101" y="146967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"Red!"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6101" y="161567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6101" y="17616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6101" y="19076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"Blue!"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6101" y="20536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600" y="2402681"/>
            <a:ext cx="3975199" cy="4381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800" y="247888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Red!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0800" y="262175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after match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8200" y="752475"/>
            <a:ext cx="4267200" cy="2234357"/>
          </a:xfrm>
          <a:prstGeom prst="roundRect">
            <a:avLst>
              <a:gd name="adj" fmla="val 341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94200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Without break (Fall-through)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94200" y="1209526"/>
            <a:ext cx="3975199" cy="1091654"/>
          </a:xfrm>
          <a:prstGeom prst="roundRect">
            <a:avLst>
              <a:gd name="adj" fmla="val 4653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5701" y="1323677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5701" y="146967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"Red!"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5701" y="1615678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BREAK!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5701" y="17616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5701" y="19076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"Blue!"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5701" y="2053679"/>
            <a:ext cx="38476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94200" y="2402681"/>
            <a:ext cx="3975199" cy="4381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70400" y="2478881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Red!Blue!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70400" y="2621756"/>
            <a:ext cx="38992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Continues to next case!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" y="3113782"/>
            <a:ext cx="8686800" cy="374452"/>
          </a:xfrm>
          <a:prstGeom prst="rect">
            <a:avLst/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47650" y="3113782"/>
            <a:ext cx="0" cy="37445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201" y="3215283"/>
            <a:ext cx="86146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</a:t>
            </a:r>
            <a:pPr algn="l"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Omitting break causes fall-through - next cases execute even without matching!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Keyword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8686800" cy="425351"/>
          </a:xfrm>
          <a:prstGeom prst="rect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52475"/>
            <a:ext cx="0" cy="425351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3175" y="879425"/>
            <a:ext cx="85529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when no case matches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" y="1330226"/>
            <a:ext cx="4267200" cy="2767608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5075" y="1466701"/>
            <a:ext cx="4074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at End (Recommended)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075" y="1742926"/>
            <a:ext cx="3994249" cy="1821656"/>
          </a:xfrm>
          <a:prstGeom prst="roundRect">
            <a:avLst>
              <a:gd name="adj" fmla="val 2789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576" y="1857077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$day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4;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576" y="2003078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$day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576" y="2149078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576" y="2295079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"Saturday"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576" y="2441079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576" y="2587079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576" y="2733080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"Sunday"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576" y="2879080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6576" y="3025080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6576" y="3171081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"Weekday"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576" y="3317081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075" y="3666083"/>
            <a:ext cx="3994249" cy="295275"/>
          </a:xfrm>
          <a:prstGeom prst="roundRect">
            <a:avLst>
              <a:gd name="adj" fmla="val 17204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41275" y="3742283"/>
            <a:ext cx="39186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practice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48200" y="1330226"/>
            <a:ext cx="4267200" cy="2767608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4675" y="1466701"/>
            <a:ext cx="40741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at Beginning (Valid)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84675" y="1742926"/>
            <a:ext cx="3994249" cy="1821656"/>
          </a:xfrm>
          <a:prstGeom prst="roundRect">
            <a:avLst>
              <a:gd name="adj" fmla="val 2789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86176" y="1857077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$day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4;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86176" y="2003078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$day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86176" y="2149078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6176" y="2295079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"Weekday"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86176" y="2441079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Need break!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6176" y="2587079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6176" y="2733080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"Saturday"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86176" y="2879080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6176" y="3025080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86176" y="3171081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"Sunday"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86176" y="3317081"/>
            <a:ext cx="386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84675" y="3666083"/>
            <a:ext cx="3994249" cy="295275"/>
          </a:xfrm>
          <a:prstGeom prst="roundRect">
            <a:avLst>
              <a:gd name="adj" fmla="val 17204"/>
            </a:avLst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60875" y="3742283"/>
            <a:ext cx="39186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Remember break!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Cases - Same Code Block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27025"/>
            <a:ext cx="8686800" cy="355402"/>
          </a:xfrm>
          <a:prstGeom prst="rect">
            <a:avLst/>
          </a:prstGeom>
          <a:solidFill>
            <a:srgbClr val="E0E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252413" y="727025"/>
            <a:ext cx="0" cy="355402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726" y="828526"/>
            <a:ext cx="86048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cases together when they share the same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209377"/>
            <a:ext cx="8686800" cy="3151436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9626" y="1320403"/>
            <a:ext cx="8634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Weekday vs Weekend Example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9626" y="1596628"/>
            <a:ext cx="8464748" cy="2551658"/>
          </a:xfrm>
          <a:prstGeom prst="roundRect">
            <a:avLst>
              <a:gd name="adj" fmla="val 1991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1127" y="1710779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$day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3;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Wednesday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1127" y="1856780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$day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1127" y="2002780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1127" y="2148780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1127" y="2294781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1127" y="2440781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1127" y="2586782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1127" y="2732782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a weekday"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1127" y="2878782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1127" y="3024783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1127" y="3170783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1127" y="3316784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"It's weekend!"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1127" y="3462784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1127" y="3608784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1127" y="3754785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"Invalid day"</a:t>
            </a:r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1127" y="3900785"/>
            <a:ext cx="84269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vs If-Else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228600" y="752475"/>
            <a:ext cx="4267200" cy="2923282"/>
          </a:xfrm>
          <a:prstGeom prst="roundRect">
            <a:avLst>
              <a:gd name="adj" fmla="val 2607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4848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Statement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4600" y="1209526"/>
            <a:ext cx="3975199" cy="1434554"/>
          </a:xfrm>
          <a:prstGeom prst="roundRect">
            <a:avLst>
              <a:gd name="adj" fmla="val 3541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0800" y="1298377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($grade) {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0800" y="1425327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'A':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0800" y="1552277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"Excellent";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0800" y="1679228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break;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0800" y="1806178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'B':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0800" y="1933129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"Good";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0800" y="2060079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break;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0800" y="2187029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0800" y="2313980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"Try harder";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0800" y="2440930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4600" y="2745581"/>
            <a:ext cx="4054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for: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600" y="2958257"/>
            <a:ext cx="3975199" cy="5715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variable comparison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exact values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for many cases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performance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48200" y="752475"/>
            <a:ext cx="4267200" cy="2923282"/>
          </a:xfrm>
          <a:prstGeom prst="roundRect">
            <a:avLst>
              <a:gd name="adj" fmla="val 2607"/>
            </a:avLst>
          </a:prstGeom>
          <a:solidFill>
            <a:srgbClr val="E0F2FE"/>
          </a:solidFill>
          <a:ln w="19050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54448" y="898475"/>
            <a:ext cx="405470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If-Else Statement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94200" y="1209526"/>
            <a:ext cx="3975199" cy="1053703"/>
          </a:xfrm>
          <a:prstGeom prst="roundRect">
            <a:avLst>
              <a:gd name="adj" fmla="val 4821"/>
            </a:avLst>
          </a:prstGeom>
          <a:solidFill>
            <a:srgbClr val="3341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70400" y="1298377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($grade == 'A') {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70400" y="1425327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"Excellent";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70400" y="1552277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elseif ($grade == 'B') {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70400" y="1679228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"Good";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70400" y="1806178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70400" y="1933129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"Try harder";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70400" y="2060079"/>
            <a:ext cx="3899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94200" y="2364730"/>
            <a:ext cx="40547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for: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94200" y="2577405"/>
            <a:ext cx="3975199" cy="571500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conditions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comparisons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variables</a:t>
            </a:r>
            <a:endParaRPr lang="en-US" sz="1000" dirty="0"/>
          </a:p>
          <a:p>
            <a:pPr algn="l" marL="101600" indent="-101600">
              <a:buSzPct val="100000"/>
              <a:buChar char="•"/>
            </a:pPr>
            <a:r>
              <a:rPr lang="en-US" sz="1000" dirty="0">
                <a:solidFill>
                  <a:srgbClr val="0C4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41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539" y="253901"/>
            <a:ext cx="880892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53901" y="974527"/>
            <a:ext cx="4241899" cy="1516707"/>
          </a:xfrm>
          <a:prstGeom prst="roundRect">
            <a:avLst>
              <a:gd name="adj" fmla="val 5024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0851" y="1101477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Do's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0851" y="1412528"/>
            <a:ext cx="3987998" cy="9517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use break (unless intentional fall-through)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default case for unexpected values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cases together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case blocks short and simple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switch for === comparisons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648200" y="974527"/>
            <a:ext cx="4241899" cy="1516707"/>
          </a:xfrm>
          <a:prstGeom prst="roundRect">
            <a:avLst>
              <a:gd name="adj" fmla="val 5024"/>
            </a:avLst>
          </a:prstGeom>
          <a:solidFill>
            <a:srgbClr val="4755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75150" y="1101477"/>
            <a:ext cx="40677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75150" y="1412528"/>
            <a:ext cx="3987998" cy="9517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forget break statements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for complex conditions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use for range checks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nested switch statements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rely on fall-through behavior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3901" y="2681734"/>
            <a:ext cx="8636198" cy="1288703"/>
          </a:xfrm>
          <a:prstGeom prst="roundRect">
            <a:avLst>
              <a:gd name="adj" fmla="val 5913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6301" y="2834134"/>
            <a:ext cx="84980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3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301" y="3145185"/>
            <a:ext cx="1987600" cy="672852"/>
          </a:xfrm>
          <a:prstGeom prst="roundRect">
            <a:avLst>
              <a:gd name="adj" fmla="val 755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9956" y="3246686"/>
            <a:ext cx="18202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956" y="3449836"/>
            <a:ext cx="18202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multiple if-else for many cases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20851" y="3145185"/>
            <a:ext cx="1987600" cy="672852"/>
          </a:xfrm>
          <a:prstGeom prst="roundRect">
            <a:avLst>
              <a:gd name="adj" fmla="val 755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4506" y="3246686"/>
            <a:ext cx="18202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4506" y="3449836"/>
            <a:ext cx="1820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Cleaner for single variable checks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35401" y="3145185"/>
            <a:ext cx="1987600" cy="672852"/>
          </a:xfrm>
          <a:prstGeom prst="roundRect">
            <a:avLst>
              <a:gd name="adj" fmla="val 755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719056" y="3246686"/>
            <a:ext cx="18202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Fall-through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19056" y="3449836"/>
            <a:ext cx="1820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useful but use carefully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49951" y="3145185"/>
            <a:ext cx="1987600" cy="672852"/>
          </a:xfrm>
          <a:prstGeom prst="roundRect">
            <a:avLst>
              <a:gd name="adj" fmla="val 755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33606" y="3246686"/>
            <a:ext cx="18202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33606" y="3449836"/>
            <a:ext cx="18202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=== comparison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Switch Statement</dc:title>
  <dc:subject>PptxGenJS Presentation</dc:subject>
  <dc:creator>PptxGenJS</dc:creator>
  <cp:lastModifiedBy>PptxGenJS</cp:lastModifiedBy>
  <cp:revision>1</cp:revision>
  <dcterms:created xsi:type="dcterms:W3CDTF">2025-09-27T20:49:04Z</dcterms:created>
  <dcterms:modified xsi:type="dcterms:W3CDTF">2025-09-27T20:49:04Z</dcterms:modified>
</cp:coreProperties>
</file>